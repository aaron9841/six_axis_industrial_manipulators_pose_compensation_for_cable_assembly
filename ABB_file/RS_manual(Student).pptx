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0" r:id="rId9"/>
    <p:sldId id="273" r:id="rId10"/>
    <p:sldId id="275" r:id="rId11"/>
    <p:sldId id="276" r:id="rId12"/>
    <p:sldId id="277" r:id="rId13"/>
    <p:sldId id="278" r:id="rId14"/>
    <p:sldId id="280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45A6FC5-4620-47AA-A94F-D2F666ABE49F}">
          <p14:sldIdLst>
            <p14:sldId id="256"/>
            <p14:sldId id="257"/>
          </p14:sldIdLst>
        </p14:section>
        <p14:section name="download" id="{C6252484-0275-49BC-8A49-52D8478BFDAC}">
          <p14:sldIdLst>
            <p14:sldId id="258"/>
            <p14:sldId id="261"/>
            <p14:sldId id="262"/>
            <p14:sldId id="263"/>
            <p14:sldId id="264"/>
          </p14:sldIdLst>
        </p14:section>
        <p14:section name="network license" id="{5584ECBA-391D-411A-BFA1-327AF3D4DF87}">
          <p14:sldIdLst>
            <p14:sldId id="260"/>
            <p14:sldId id="273"/>
            <p14:sldId id="275"/>
            <p14:sldId id="276"/>
            <p14:sldId id="277"/>
          </p14:sldIdLst>
        </p14:section>
        <p14:section name="commuter license" id="{74B7F751-C10E-4A18-9371-4FB2E686D3B0}">
          <p14:sldIdLst>
            <p14:sldId id="278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E00426-071C-4561-8DE4-306F386B744B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FD74C-6098-4B6C-BCD5-3FF4F64337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4544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108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832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7072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132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41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20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58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75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05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70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37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88A35-DFBF-450E-80B3-10334A1AEBF3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7AEAB-0B81-472F-B62D-02B41C6E5F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963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manual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931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 of contents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 smtClean="0">
                <a:latin typeface="+mj-ea"/>
              </a:rPr>
              <a:t>)?</a:t>
            </a:r>
          </a:p>
          <a:p>
            <a:r>
              <a:rPr lang="en-US" altLang="zh-TW" dirty="0" smtClean="0"/>
              <a:t>How </a:t>
            </a:r>
            <a:r>
              <a:rPr lang="en-US" altLang="zh-TW" dirty="0"/>
              <a:t>to share network license</a:t>
            </a:r>
            <a:r>
              <a:rPr lang="en-US" altLang="zh-TW" dirty="0" smtClean="0"/>
              <a:t>?</a:t>
            </a:r>
          </a:p>
          <a:p>
            <a:r>
              <a:rPr lang="en-US" altLang="zh-TW" dirty="0"/>
              <a:t>How to use commuter license mode?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994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+mj-ea"/>
              </a:rPr>
              <a:t>How to download RS(</a:t>
            </a:r>
            <a:r>
              <a:rPr lang="en-US" altLang="zh-TW" dirty="0" err="1" smtClean="0">
                <a:latin typeface="+mj-ea"/>
              </a:rPr>
              <a:t>RobotStudio</a:t>
            </a:r>
            <a:r>
              <a:rPr lang="en-US" altLang="zh-TW" dirty="0" smtClean="0">
                <a:latin typeface="+mj-ea"/>
              </a:rPr>
              <a:t>)?</a:t>
            </a:r>
            <a:endParaRPr lang="zh-TW" altLang="en-US" dirty="0">
              <a:latin typeface="+mj-ea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73" y="2109585"/>
            <a:ext cx="6268325" cy="3362794"/>
          </a:xfrm>
        </p:spPr>
      </p:pic>
      <p:sp>
        <p:nvSpPr>
          <p:cNvPr id="5" name="矩形 4"/>
          <p:cNvSpPr/>
          <p:nvPr/>
        </p:nvSpPr>
        <p:spPr>
          <a:xfrm>
            <a:off x="338328" y="3968496"/>
            <a:ext cx="4315968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2" t="31236" r="23000" b="21939"/>
          <a:stretch/>
        </p:blipFill>
        <p:spPr>
          <a:xfrm>
            <a:off x="6026305" y="2994660"/>
            <a:ext cx="5916168" cy="255117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096000" y="3435148"/>
            <a:ext cx="1923288" cy="18775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03504" y="2231136"/>
            <a:ext cx="1682496" cy="310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07334" y="1812239"/>
            <a:ext cx="363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①Search </a:t>
            </a:r>
            <a:r>
              <a:rPr lang="en-US" altLang="zh-TW" dirty="0" err="1" smtClean="0">
                <a:solidFill>
                  <a:srgbClr val="FF0000"/>
                </a:solidFill>
              </a:rPr>
              <a:t>robotstudio</a:t>
            </a:r>
            <a:r>
              <a:rPr lang="en-US" altLang="zh-TW" dirty="0" smtClean="0">
                <a:solidFill>
                  <a:srgbClr val="FF0000"/>
                </a:solidFill>
              </a:rPr>
              <a:t> download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91836" y="35991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18556" y="30658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11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>
                <a:latin typeface="+mj-ea"/>
              </a:rPr>
              <a:t>)?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60" t="7848" r="33571"/>
          <a:stretch/>
        </p:blipFill>
        <p:spPr>
          <a:xfrm>
            <a:off x="100585" y="1755647"/>
            <a:ext cx="2889504" cy="4009835"/>
          </a:xfrm>
        </p:spPr>
      </p:pic>
      <p:sp>
        <p:nvSpPr>
          <p:cNvPr id="5" name="矩形 4"/>
          <p:cNvSpPr/>
          <p:nvPr/>
        </p:nvSpPr>
        <p:spPr>
          <a:xfrm>
            <a:off x="173736" y="2121408"/>
            <a:ext cx="2752344" cy="2679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312165" y="5385816"/>
            <a:ext cx="466344" cy="24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/>
          <p:nvPr/>
        </p:nvCxnSpPr>
        <p:spPr>
          <a:xfrm>
            <a:off x="252984" y="2423160"/>
            <a:ext cx="58521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252984" y="2849880"/>
            <a:ext cx="58521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252984" y="3748372"/>
            <a:ext cx="826008" cy="12192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03" t="8096" r="36152" b="66561"/>
          <a:stretch/>
        </p:blipFill>
        <p:spPr>
          <a:xfrm>
            <a:off x="2999231" y="1690688"/>
            <a:ext cx="3374136" cy="138074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480559" y="2760537"/>
            <a:ext cx="768096" cy="24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25" t="-492" r="31174" b="492"/>
          <a:stretch/>
        </p:blipFill>
        <p:spPr>
          <a:xfrm>
            <a:off x="6281927" y="1383457"/>
            <a:ext cx="4639056" cy="3716181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64"/>
          <a:stretch/>
        </p:blipFill>
        <p:spPr>
          <a:xfrm>
            <a:off x="7406638" y="2986128"/>
            <a:ext cx="4617721" cy="373704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406638" y="2313432"/>
            <a:ext cx="3514345" cy="173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8759952" y="3154680"/>
            <a:ext cx="905252" cy="1645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9070848" y="3355848"/>
            <a:ext cx="356616" cy="392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13815" y="1569196"/>
            <a:ext cx="1965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r>
              <a:rPr lang="en-US" altLang="zh-TW" dirty="0" smtClean="0">
                <a:solidFill>
                  <a:srgbClr val="FF0000"/>
                </a:solidFill>
              </a:rPr>
              <a:t>Fill in the form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078992" y="506837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272810" y="23810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⑥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293630" y="1888430"/>
            <a:ext cx="224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⑦Unzip the folder.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71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>
                <a:latin typeface="+mj-ea"/>
              </a:rPr>
              <a:t>)?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3" y="1262745"/>
            <a:ext cx="4207791" cy="3111298"/>
          </a:xfrm>
        </p:spPr>
      </p:pic>
      <p:sp>
        <p:nvSpPr>
          <p:cNvPr id="5" name="矩形 4"/>
          <p:cNvSpPr/>
          <p:nvPr/>
        </p:nvSpPr>
        <p:spPr>
          <a:xfrm>
            <a:off x="3182112" y="4114800"/>
            <a:ext cx="493776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41" b="59469"/>
          <a:stretch/>
        </p:blipFill>
        <p:spPr>
          <a:xfrm>
            <a:off x="99033" y="4306824"/>
            <a:ext cx="7016673" cy="229747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693314" y="5662463"/>
            <a:ext cx="4782312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77" b="9139"/>
          <a:stretch/>
        </p:blipFill>
        <p:spPr>
          <a:xfrm>
            <a:off x="5178879" y="1216661"/>
            <a:ext cx="6001512" cy="444580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550970" y="5262670"/>
            <a:ext cx="4629421" cy="1928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3066728" y="372118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⑧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609825" y="5249966"/>
            <a:ext cx="356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⑨</a:t>
            </a:r>
            <a:r>
              <a:rPr lang="en-US" altLang="zh-TW" dirty="0" smtClean="0">
                <a:solidFill>
                  <a:srgbClr val="FF0000"/>
                </a:solidFill>
              </a:rPr>
              <a:t>Enter the folder </a:t>
            </a:r>
            <a:r>
              <a:rPr lang="en-US" altLang="zh-TW" dirty="0" err="1" smtClean="0">
                <a:solidFill>
                  <a:srgbClr val="FF0000"/>
                </a:solidFill>
              </a:rPr>
              <a:t>RobotStudio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68818" y="5456869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⑩</a:t>
            </a: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Click set up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9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>
                <a:latin typeface="+mj-ea"/>
              </a:rPr>
              <a:t>)?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09" y="1361051"/>
            <a:ext cx="3620005" cy="1476581"/>
          </a:xfrm>
        </p:spPr>
      </p:pic>
      <p:sp>
        <p:nvSpPr>
          <p:cNvPr id="5" name="矩形 4"/>
          <p:cNvSpPr/>
          <p:nvPr/>
        </p:nvSpPr>
        <p:spPr>
          <a:xfrm>
            <a:off x="2167128" y="2487168"/>
            <a:ext cx="722376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09" y="2837632"/>
            <a:ext cx="4763165" cy="362953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072384" y="6163056"/>
            <a:ext cx="841248" cy="2103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56" y="2090928"/>
            <a:ext cx="4763165" cy="362953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389056" y="4736829"/>
            <a:ext cx="2271110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300246" y="5420731"/>
            <a:ext cx="868680" cy="203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835" y="2090928"/>
            <a:ext cx="4763165" cy="362953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0339325" y="5420731"/>
            <a:ext cx="850392" cy="203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962911" y="21165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⑪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027363" y="581558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⑫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181307" y="43674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⑬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0249484" y="50513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⑭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86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How to download RS(</a:t>
            </a:r>
            <a:r>
              <a:rPr lang="en-US" altLang="zh-TW" dirty="0" err="1">
                <a:latin typeface="+mj-ea"/>
              </a:rPr>
              <a:t>RobotStudio</a:t>
            </a:r>
            <a:r>
              <a:rPr lang="en-US" altLang="zh-TW" dirty="0">
                <a:latin typeface="+mj-ea"/>
              </a:rPr>
              <a:t>)?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62984"/>
            <a:ext cx="3144416" cy="2396045"/>
          </a:xfrm>
        </p:spPr>
      </p:pic>
      <p:sp>
        <p:nvSpPr>
          <p:cNvPr id="5" name="矩形 4"/>
          <p:cNvSpPr/>
          <p:nvPr/>
        </p:nvSpPr>
        <p:spPr>
          <a:xfrm>
            <a:off x="1918747" y="3477800"/>
            <a:ext cx="567425" cy="114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417" y="1262984"/>
            <a:ext cx="3144416" cy="23960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063163" y="3457349"/>
            <a:ext cx="549316" cy="1347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833" y="1262984"/>
            <a:ext cx="3144416" cy="239604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211312" y="3457349"/>
            <a:ext cx="557784" cy="1347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59029"/>
            <a:ext cx="3144416" cy="239604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918747" y="5843016"/>
            <a:ext cx="567425" cy="1463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417" y="3659029"/>
            <a:ext cx="3448531" cy="1648055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3246120" y="5468112"/>
            <a:ext cx="64953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Ps: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If the software is install in the school</a:t>
            </a:r>
            <a:r>
              <a:rPr lang="en-US" altLang="zh-TW" dirty="0" smtClean="0">
                <a:solidFill>
                  <a:srgbClr val="00B0F0"/>
                </a:solidFill>
                <a:latin typeface="Arial" panose="020B0604020202020204" pitchFamily="34" charset="0"/>
                <a:ea typeface="DejaVu Sans Condensed" panose="020B0606030804020204" pitchFamily="34" charset="0"/>
                <a:cs typeface="Arial" panose="020B0604020202020204" pitchFamily="34" charset="0"/>
              </a:rPr>
              <a:t>’</a:t>
            </a:r>
            <a:r>
              <a:rPr lang="en-US" altLang="zh-TW" dirty="0" smtClean="0">
                <a:solidFill>
                  <a:srgbClr val="00B0F0"/>
                </a:solidFill>
              </a:rPr>
              <a:t>s computer,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make sure computer have been created the recovery point</a:t>
            </a:r>
          </a:p>
          <a:p>
            <a:r>
              <a:rPr lang="en-US" altLang="zh-TW" dirty="0">
                <a:solidFill>
                  <a:srgbClr val="00B0F0"/>
                </a:solidFill>
              </a:rPr>
              <a:t>b</a:t>
            </a:r>
            <a:r>
              <a:rPr lang="en-US" altLang="zh-TW" dirty="0" smtClean="0">
                <a:solidFill>
                  <a:srgbClr val="00B0F0"/>
                </a:solidFill>
              </a:rPr>
              <a:t>efore restarting the computer.</a:t>
            </a:r>
            <a:endParaRPr lang="zh-TW" altLang="en-US" dirty="0">
              <a:solidFill>
                <a:srgbClr val="00B0F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898943" y="30415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⑮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922323" y="30415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⑯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118946" y="30415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⑰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918747" y="54681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⑱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1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share network license?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02907"/>
            <a:ext cx="10515600" cy="3861750"/>
          </a:xfrm>
        </p:spPr>
      </p:pic>
      <p:sp>
        <p:nvSpPr>
          <p:cNvPr id="5" name="矩形 4"/>
          <p:cNvSpPr/>
          <p:nvPr/>
        </p:nvSpPr>
        <p:spPr>
          <a:xfrm>
            <a:off x="173736" y="4608576"/>
            <a:ext cx="664464" cy="274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88" y="2886366"/>
            <a:ext cx="5382768" cy="37187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590288" y="3749040"/>
            <a:ext cx="1664208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838200" y="4096512"/>
            <a:ext cx="323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①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Open </a:t>
            </a:r>
            <a:r>
              <a:rPr lang="en-US" altLang="zh-TW" dirty="0" err="1" smtClean="0">
                <a:solidFill>
                  <a:srgbClr val="FF0000"/>
                </a:solidFill>
              </a:rPr>
              <a:t>robotstudio</a:t>
            </a:r>
            <a:r>
              <a:rPr lang="en-US" altLang="zh-TW" dirty="0" smtClean="0">
                <a:solidFill>
                  <a:srgbClr val="FF0000"/>
                </a:solidFill>
              </a:rPr>
              <a:t> -&gt; option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3026664" y="3845052"/>
            <a:ext cx="1563624" cy="4526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4382539" y="33337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41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3561"/>
            <a:ext cx="6298435" cy="4351338"/>
          </a:xfrm>
        </p:spPr>
      </p:pic>
      <p:sp>
        <p:nvSpPr>
          <p:cNvPr id="6" name="矩形 5"/>
          <p:cNvSpPr/>
          <p:nvPr/>
        </p:nvSpPr>
        <p:spPr>
          <a:xfrm>
            <a:off x="2523744" y="2679192"/>
            <a:ext cx="1417320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435" y="1313561"/>
            <a:ext cx="5106113" cy="361047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757416" y="3328416"/>
            <a:ext cx="3182112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543032" y="4544568"/>
            <a:ext cx="740664" cy="3200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181398" y="24287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464808" y="29169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0335283" y="41158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45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"/>
          <a:stretch/>
        </p:blipFill>
        <p:spPr>
          <a:xfrm>
            <a:off x="0" y="1591055"/>
            <a:ext cx="5760610" cy="4311587"/>
          </a:xfrm>
        </p:spPr>
      </p:pic>
      <p:sp>
        <p:nvSpPr>
          <p:cNvPr id="5" name="矩形 4"/>
          <p:cNvSpPr/>
          <p:nvPr/>
        </p:nvSpPr>
        <p:spPr>
          <a:xfrm>
            <a:off x="0" y="3840480"/>
            <a:ext cx="557784" cy="201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335024" y="2871216"/>
            <a:ext cx="475488" cy="118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962656" y="2999232"/>
            <a:ext cx="941832" cy="1554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610" y="1591055"/>
            <a:ext cx="5106113" cy="361047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351776" y="2798064"/>
            <a:ext cx="1554480" cy="2788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6625627" y="2428732"/>
            <a:ext cx="4057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⑥</a:t>
            </a:r>
            <a:r>
              <a:rPr lang="en-US" altLang="zh-TW" dirty="0" smtClean="0">
                <a:solidFill>
                  <a:srgbClr val="FF0000"/>
                </a:solidFill>
              </a:rPr>
              <a:t>Enter the server</a:t>
            </a: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</a:t>
            </a:r>
            <a:r>
              <a:rPr lang="en-US" altLang="zh-TW" dirty="0" smtClean="0">
                <a:solidFill>
                  <a:srgbClr val="FF0000"/>
                </a:solidFill>
              </a:rPr>
              <a:t>s computer name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425696" y="5653032"/>
            <a:ext cx="66666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Ps:</a:t>
            </a:r>
            <a:br>
              <a:rPr lang="en-US" altLang="zh-TW" dirty="0" smtClean="0">
                <a:solidFill>
                  <a:srgbClr val="FF0000"/>
                </a:solidFill>
              </a:rPr>
            </a:br>
            <a:r>
              <a:rPr lang="en-US" altLang="zh-TW" dirty="0" smtClean="0">
                <a:solidFill>
                  <a:srgbClr val="FF0000"/>
                </a:solidFill>
              </a:rPr>
              <a:t>If student</a:t>
            </a: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</a:t>
            </a:r>
            <a:r>
              <a:rPr lang="en-US" altLang="zh-TW" dirty="0" smtClean="0">
                <a:solidFill>
                  <a:srgbClr val="FF0000"/>
                </a:solidFill>
              </a:rPr>
              <a:t>s computer want to connect to server,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their devices have to connect same WIFI with server,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</a:rPr>
              <a:t>fter using commuter mode so they can have license offline.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883001" y="445075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⑦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003536" y="4901184"/>
            <a:ext cx="749808" cy="2194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73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3353268" cy="1267002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268" y="1690688"/>
            <a:ext cx="6443472" cy="483260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74520" y="2596896"/>
            <a:ext cx="676656" cy="265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303520" y="3340901"/>
            <a:ext cx="356616" cy="134082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680236" y="22275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⑧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25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share network license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615313"/>
            <a:ext cx="6748272" cy="5243666"/>
          </a:xfrm>
        </p:spPr>
      </p:pic>
      <p:sp>
        <p:nvSpPr>
          <p:cNvPr id="3" name="矩形 2"/>
          <p:cNvSpPr/>
          <p:nvPr/>
        </p:nvSpPr>
        <p:spPr>
          <a:xfrm>
            <a:off x="594360" y="5321808"/>
            <a:ext cx="1947672" cy="1645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121408" y="4407408"/>
            <a:ext cx="908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If server is different, even enter the same host name can</a:t>
            </a: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’</a:t>
            </a:r>
            <a:r>
              <a:rPr lang="en-US" altLang="zh-TW" dirty="0" smtClean="0">
                <a:solidFill>
                  <a:srgbClr val="FF0000"/>
                </a:solidFill>
              </a:rPr>
              <a:t>t get the network license.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449670" y="4998642"/>
            <a:ext cx="8742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In the classroom, we use the WIFI named Classroom to connect network license.</a:t>
            </a:r>
          </a:p>
          <a:p>
            <a:r>
              <a:rPr lang="en-US" altLang="zh-TW" dirty="0" smtClean="0">
                <a:solidFill>
                  <a:srgbClr val="00B0F0"/>
                </a:solidFill>
              </a:rPr>
              <a:t>The host server is located on the first row, from left to right third computer.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04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use commuter license mode?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4806"/>
            <a:ext cx="5106113" cy="3610479"/>
          </a:xfrm>
        </p:spPr>
      </p:pic>
      <p:sp>
        <p:nvSpPr>
          <p:cNvPr id="6" name="文字方塊 5"/>
          <p:cNvSpPr txBox="1"/>
          <p:nvPr/>
        </p:nvSpPr>
        <p:spPr>
          <a:xfrm>
            <a:off x="164592" y="33656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①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4632" y="3721608"/>
            <a:ext cx="2551176" cy="192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242816" y="4636008"/>
            <a:ext cx="740664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912434" y="42793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②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186" y="1354805"/>
            <a:ext cx="5106113" cy="361047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0" y="4023360"/>
            <a:ext cx="7595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Commuter license let user can check out network license for 90 days.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68696" y="2377440"/>
            <a:ext cx="1691640" cy="30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409944" y="2871216"/>
            <a:ext cx="1247298" cy="2888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9348929" y="4636008"/>
            <a:ext cx="764335" cy="2377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5226819" y="20508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994446" y="29827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④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9141180" y="420802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⑤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97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use commuter license mode?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5394"/>
            <a:ext cx="7563906" cy="3839111"/>
          </a:xfrm>
        </p:spPr>
      </p:pic>
      <p:sp>
        <p:nvSpPr>
          <p:cNvPr id="5" name="矩形 4"/>
          <p:cNvSpPr/>
          <p:nvPr/>
        </p:nvSpPr>
        <p:spPr>
          <a:xfrm>
            <a:off x="2724912" y="2331720"/>
            <a:ext cx="1188720" cy="2057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206240" y="2331720"/>
            <a:ext cx="740664" cy="20574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757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240</Words>
  <Application>Microsoft Office PowerPoint</Application>
  <PresentationFormat>寬螢幕</PresentationFormat>
  <Paragraphs>60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Arial Unicode MS</vt:lpstr>
      <vt:lpstr>微軟正黑體</vt:lpstr>
      <vt:lpstr>新細明體</vt:lpstr>
      <vt:lpstr>Arial</vt:lpstr>
      <vt:lpstr>Calibri</vt:lpstr>
      <vt:lpstr>DejaVu Sans Condensed</vt:lpstr>
      <vt:lpstr>Office 佈景主題</vt:lpstr>
      <vt:lpstr>RS manual</vt:lpstr>
      <vt:lpstr>Table of contents</vt:lpstr>
      <vt:lpstr>How to download RS(RobotStudio)?</vt:lpstr>
      <vt:lpstr>How to download RS(RobotStudio)?</vt:lpstr>
      <vt:lpstr>How to download RS(RobotStudio)?</vt:lpstr>
      <vt:lpstr>How to download RS(RobotStudio)?</vt:lpstr>
      <vt:lpstr>How to download RS(RobotStudio)?</vt:lpstr>
      <vt:lpstr>How to share network license?</vt:lpstr>
      <vt:lpstr>How to share network license?</vt:lpstr>
      <vt:lpstr>How to share network license?</vt:lpstr>
      <vt:lpstr>How to share network license?</vt:lpstr>
      <vt:lpstr>How to share network license?</vt:lpstr>
      <vt:lpstr>How to use commuter license mode?</vt:lpstr>
      <vt:lpstr>How to use commuter license mode?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84</cp:revision>
  <dcterms:created xsi:type="dcterms:W3CDTF">2024-07-29T04:43:34Z</dcterms:created>
  <dcterms:modified xsi:type="dcterms:W3CDTF">2024-08-07T01:46:52Z</dcterms:modified>
</cp:coreProperties>
</file>