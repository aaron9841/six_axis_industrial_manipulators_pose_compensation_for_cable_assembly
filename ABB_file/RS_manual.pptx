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7"/>
  </p:handout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59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60" r:id="rId18"/>
    <p:sldId id="273" r:id="rId19"/>
    <p:sldId id="274" r:id="rId20"/>
    <p:sldId id="279" r:id="rId21"/>
    <p:sldId id="275" r:id="rId22"/>
    <p:sldId id="276" r:id="rId23"/>
    <p:sldId id="277" r:id="rId24"/>
    <p:sldId id="278" r:id="rId25"/>
    <p:sldId id="280" r:id="rId2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45A6FC5-4620-47AA-A94F-D2F666ABE49F}">
          <p14:sldIdLst>
            <p14:sldId id="256"/>
            <p14:sldId id="257"/>
          </p14:sldIdLst>
        </p14:section>
        <p14:section name="download" id="{C6252484-0275-49BC-8A49-52D8478BFDAC}">
          <p14:sldIdLst>
            <p14:sldId id="258"/>
            <p14:sldId id="261"/>
            <p14:sldId id="262"/>
            <p14:sldId id="263"/>
            <p14:sldId id="264"/>
          </p14:sldIdLst>
        </p14:section>
        <p14:section name="activation key" id="{0D42A992-BD82-4C6F-AE69-8BE58BFEA553}">
          <p14:sldIdLst>
            <p14:sldId id="259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network license" id="{5584ECBA-391D-411A-BFA1-327AF3D4DF87}">
          <p14:sldIdLst>
            <p14:sldId id="260"/>
            <p14:sldId id="273"/>
            <p14:sldId id="274"/>
            <p14:sldId id="279"/>
            <p14:sldId id="275"/>
            <p14:sldId id="276"/>
            <p14:sldId id="277"/>
          </p14:sldIdLst>
        </p14:section>
        <p14:section name="commuter license" id="{74B7F751-C10E-4A18-9371-4FB2E686D3B0}">
          <p14:sldIdLst>
            <p14:sldId id="278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E00426-071C-4561-8DE4-306F386B744B}" type="datetimeFigureOut">
              <a:rPr lang="zh-TW" altLang="en-US" smtClean="0"/>
              <a:t>2024/8/1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FD74C-6098-4B6C-BCD5-3FF4F6433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45440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91088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38322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57072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71327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2415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203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758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75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053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7703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8370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88A35-DFBF-450E-80B3-10334A1AEBF3}" type="datetimeFigureOut">
              <a:rPr lang="zh-TW" altLang="en-US" smtClean="0"/>
              <a:t>2024/8/1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9638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manualactivation.e.abb.com/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RS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manual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931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 of contents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How to download RS(</a:t>
            </a:r>
            <a:r>
              <a:rPr lang="en-US" altLang="zh-TW" dirty="0" err="1">
                <a:latin typeface="+mj-ea"/>
              </a:rPr>
              <a:t>RobotStudio</a:t>
            </a:r>
            <a:r>
              <a:rPr lang="en-US" altLang="zh-TW" dirty="0" smtClean="0">
                <a:latin typeface="+mj-ea"/>
              </a:rPr>
              <a:t>)?</a:t>
            </a:r>
          </a:p>
          <a:p>
            <a:r>
              <a:rPr lang="en-US" altLang="zh-TW" dirty="0"/>
              <a:t>How to use activation key</a:t>
            </a:r>
            <a:r>
              <a:rPr lang="en-US" altLang="zh-TW" dirty="0" smtClean="0"/>
              <a:t>?</a:t>
            </a:r>
          </a:p>
          <a:p>
            <a:r>
              <a:rPr lang="en-US" altLang="zh-TW" dirty="0"/>
              <a:t>How to share network license</a:t>
            </a:r>
            <a:r>
              <a:rPr lang="en-US" altLang="zh-TW" dirty="0" smtClean="0"/>
              <a:t>?</a:t>
            </a:r>
          </a:p>
          <a:p>
            <a:r>
              <a:rPr lang="en-US" altLang="zh-TW" dirty="0"/>
              <a:t>How to use commuter license mode?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838200" y="4001294"/>
            <a:ext cx="7467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Student only need to see download, network and commuter license!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94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+mj-ea"/>
              </a:rPr>
              <a:t>How to download RS(</a:t>
            </a:r>
            <a:r>
              <a:rPr lang="en-US" altLang="zh-TW" dirty="0" err="1" smtClean="0">
                <a:latin typeface="+mj-ea"/>
              </a:rPr>
              <a:t>RobotStudio</a:t>
            </a:r>
            <a:r>
              <a:rPr lang="en-US" altLang="zh-TW" dirty="0" smtClean="0">
                <a:latin typeface="+mj-ea"/>
              </a:rPr>
              <a:t>)?</a:t>
            </a:r>
            <a:endParaRPr lang="zh-TW" altLang="en-US" dirty="0">
              <a:latin typeface="+mj-ea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73" y="2109585"/>
            <a:ext cx="6268325" cy="3362794"/>
          </a:xfrm>
        </p:spPr>
      </p:pic>
      <p:sp>
        <p:nvSpPr>
          <p:cNvPr id="5" name="矩形 4"/>
          <p:cNvSpPr/>
          <p:nvPr/>
        </p:nvSpPr>
        <p:spPr>
          <a:xfrm>
            <a:off x="338328" y="3968496"/>
            <a:ext cx="4315968" cy="301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2" t="31236" r="23000" b="21939"/>
          <a:stretch/>
        </p:blipFill>
        <p:spPr>
          <a:xfrm>
            <a:off x="6026305" y="2994660"/>
            <a:ext cx="5916168" cy="255117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096000" y="3435148"/>
            <a:ext cx="1923288" cy="18775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603504" y="2231136"/>
            <a:ext cx="1682496" cy="3108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7334" y="1812239"/>
            <a:ext cx="363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①Search </a:t>
            </a:r>
            <a:r>
              <a:rPr lang="en-US" altLang="zh-TW" dirty="0" err="1" smtClean="0">
                <a:solidFill>
                  <a:srgbClr val="FF0000"/>
                </a:solidFill>
              </a:rPr>
              <a:t>robotstudio</a:t>
            </a:r>
            <a:r>
              <a:rPr lang="en-US" altLang="zh-TW" dirty="0" smtClean="0">
                <a:solidFill>
                  <a:srgbClr val="FF0000"/>
                </a:solidFill>
              </a:rPr>
              <a:t> download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91836" y="359916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②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818556" y="306581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③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119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How to download RS(</a:t>
            </a:r>
            <a:r>
              <a:rPr lang="en-US" altLang="zh-TW" dirty="0" err="1">
                <a:latin typeface="+mj-ea"/>
              </a:rPr>
              <a:t>RobotStudio</a:t>
            </a:r>
            <a:r>
              <a:rPr lang="en-US" altLang="zh-TW" dirty="0">
                <a:latin typeface="+mj-ea"/>
              </a:rPr>
              <a:t>)?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60" t="7848" r="33571"/>
          <a:stretch/>
        </p:blipFill>
        <p:spPr>
          <a:xfrm>
            <a:off x="100585" y="1755647"/>
            <a:ext cx="2889504" cy="4009835"/>
          </a:xfrm>
        </p:spPr>
      </p:pic>
      <p:sp>
        <p:nvSpPr>
          <p:cNvPr id="5" name="矩形 4"/>
          <p:cNvSpPr/>
          <p:nvPr/>
        </p:nvSpPr>
        <p:spPr>
          <a:xfrm>
            <a:off x="173736" y="2121408"/>
            <a:ext cx="2752344" cy="26791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312165" y="5385816"/>
            <a:ext cx="466344" cy="2468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/>
          <p:nvPr/>
        </p:nvCxnSpPr>
        <p:spPr>
          <a:xfrm>
            <a:off x="252984" y="2423160"/>
            <a:ext cx="585216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52984" y="2849880"/>
            <a:ext cx="585216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252984" y="3748372"/>
            <a:ext cx="826008" cy="12192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03" t="8096" r="36152" b="66561"/>
          <a:stretch/>
        </p:blipFill>
        <p:spPr>
          <a:xfrm>
            <a:off x="2999231" y="1690688"/>
            <a:ext cx="3374136" cy="138074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480559" y="2760537"/>
            <a:ext cx="768096" cy="2468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25" t="-492" r="31174" b="492"/>
          <a:stretch/>
        </p:blipFill>
        <p:spPr>
          <a:xfrm>
            <a:off x="6281927" y="1383457"/>
            <a:ext cx="4639056" cy="3716181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364"/>
          <a:stretch/>
        </p:blipFill>
        <p:spPr>
          <a:xfrm>
            <a:off x="7406638" y="2986128"/>
            <a:ext cx="4617721" cy="3737045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406638" y="2313432"/>
            <a:ext cx="3514345" cy="1737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8759952" y="3154680"/>
            <a:ext cx="905252" cy="1645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9070848" y="3355848"/>
            <a:ext cx="356616" cy="3925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113815" y="1569196"/>
            <a:ext cx="1965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④</a:t>
            </a:r>
            <a:r>
              <a:rPr lang="en-US" altLang="zh-TW" dirty="0" smtClean="0">
                <a:solidFill>
                  <a:srgbClr val="FF0000"/>
                </a:solidFill>
              </a:rPr>
              <a:t>Fill in the form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078992" y="506837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⑤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272810" y="238106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⑥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293630" y="1888430"/>
            <a:ext cx="224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⑦Unzip the folder.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71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How to download RS(</a:t>
            </a:r>
            <a:r>
              <a:rPr lang="en-US" altLang="zh-TW" dirty="0" err="1">
                <a:latin typeface="+mj-ea"/>
              </a:rPr>
              <a:t>RobotStudio</a:t>
            </a:r>
            <a:r>
              <a:rPr lang="en-US" altLang="zh-TW" dirty="0">
                <a:latin typeface="+mj-ea"/>
              </a:rPr>
              <a:t>)?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3" y="1262745"/>
            <a:ext cx="4207791" cy="3111298"/>
          </a:xfrm>
        </p:spPr>
      </p:pic>
      <p:sp>
        <p:nvSpPr>
          <p:cNvPr id="5" name="矩形 4"/>
          <p:cNvSpPr/>
          <p:nvPr/>
        </p:nvSpPr>
        <p:spPr>
          <a:xfrm>
            <a:off x="3182112" y="4114800"/>
            <a:ext cx="493776" cy="192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41" b="59469"/>
          <a:stretch/>
        </p:blipFill>
        <p:spPr>
          <a:xfrm>
            <a:off x="99033" y="4306824"/>
            <a:ext cx="7016673" cy="229747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693314" y="5662463"/>
            <a:ext cx="4782312" cy="192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877" b="9139"/>
          <a:stretch/>
        </p:blipFill>
        <p:spPr>
          <a:xfrm>
            <a:off x="5178879" y="1216661"/>
            <a:ext cx="6001512" cy="444580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550970" y="5262670"/>
            <a:ext cx="4629421" cy="1928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3066728" y="372118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⑧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609825" y="5249966"/>
            <a:ext cx="356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⑨</a:t>
            </a:r>
            <a:r>
              <a:rPr lang="en-US" altLang="zh-TW" dirty="0" smtClean="0">
                <a:solidFill>
                  <a:srgbClr val="FF0000"/>
                </a:solidFill>
              </a:rPr>
              <a:t>Enter the folder </a:t>
            </a:r>
            <a:r>
              <a:rPr lang="en-US" altLang="zh-TW" dirty="0" err="1" smtClean="0">
                <a:solidFill>
                  <a:srgbClr val="FF0000"/>
                </a:solidFill>
              </a:rPr>
              <a:t>RobotStudio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868818" y="5456869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⑩</a:t>
            </a:r>
            <a:r>
              <a:rPr lang="en-US" altLang="zh-TW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Click set up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9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How to download RS(</a:t>
            </a:r>
            <a:r>
              <a:rPr lang="en-US" altLang="zh-TW" dirty="0" err="1">
                <a:latin typeface="+mj-ea"/>
              </a:rPr>
              <a:t>RobotStudio</a:t>
            </a:r>
            <a:r>
              <a:rPr lang="en-US" altLang="zh-TW" dirty="0">
                <a:latin typeface="+mj-ea"/>
              </a:rPr>
              <a:t>)?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09" y="1361051"/>
            <a:ext cx="3620005" cy="1476581"/>
          </a:xfrm>
        </p:spPr>
      </p:pic>
      <p:sp>
        <p:nvSpPr>
          <p:cNvPr id="5" name="矩形 4"/>
          <p:cNvSpPr/>
          <p:nvPr/>
        </p:nvSpPr>
        <p:spPr>
          <a:xfrm>
            <a:off x="2167128" y="2487168"/>
            <a:ext cx="722376" cy="2377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09" y="2837632"/>
            <a:ext cx="4763165" cy="362953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072384" y="6163056"/>
            <a:ext cx="841248" cy="2103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56" y="2090928"/>
            <a:ext cx="4763165" cy="362953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389056" y="4736829"/>
            <a:ext cx="2271110" cy="192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6300246" y="5420731"/>
            <a:ext cx="868680" cy="2030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835" y="2090928"/>
            <a:ext cx="4763165" cy="362953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0339325" y="5420731"/>
            <a:ext cx="850392" cy="2030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1962911" y="21165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⑪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027363" y="581558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⑫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181307" y="436749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⑬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0249484" y="505139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⑭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865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How to download RS(</a:t>
            </a:r>
            <a:r>
              <a:rPr lang="en-US" altLang="zh-TW" dirty="0" err="1">
                <a:latin typeface="+mj-ea"/>
              </a:rPr>
              <a:t>RobotStudio</a:t>
            </a:r>
            <a:r>
              <a:rPr lang="en-US" altLang="zh-TW" dirty="0">
                <a:latin typeface="+mj-ea"/>
              </a:rPr>
              <a:t>)?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62984"/>
            <a:ext cx="3144416" cy="2396045"/>
          </a:xfrm>
        </p:spPr>
      </p:pic>
      <p:sp>
        <p:nvSpPr>
          <p:cNvPr id="5" name="矩形 4"/>
          <p:cNvSpPr/>
          <p:nvPr/>
        </p:nvSpPr>
        <p:spPr>
          <a:xfrm>
            <a:off x="1918747" y="3477800"/>
            <a:ext cx="567425" cy="1143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417" y="1262984"/>
            <a:ext cx="3144416" cy="239604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063163" y="3457349"/>
            <a:ext cx="549316" cy="1347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833" y="1262984"/>
            <a:ext cx="3144416" cy="239604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8211312" y="3457349"/>
            <a:ext cx="557784" cy="1347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59029"/>
            <a:ext cx="3144416" cy="239604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918747" y="5843016"/>
            <a:ext cx="567425" cy="1463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417" y="3659029"/>
            <a:ext cx="3448531" cy="1648055"/>
          </a:xfrm>
          <a:prstGeom prst="rect">
            <a:avLst/>
          </a:prstGeom>
        </p:spPr>
      </p:pic>
      <p:sp>
        <p:nvSpPr>
          <p:cNvPr id="14" name="文字方塊 13"/>
          <p:cNvSpPr txBox="1"/>
          <p:nvPr/>
        </p:nvSpPr>
        <p:spPr>
          <a:xfrm>
            <a:off x="3246120" y="5468112"/>
            <a:ext cx="64953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Ps:</a:t>
            </a:r>
          </a:p>
          <a:p>
            <a:r>
              <a:rPr lang="en-US" altLang="zh-TW" dirty="0" smtClean="0">
                <a:solidFill>
                  <a:srgbClr val="00B0F0"/>
                </a:solidFill>
              </a:rPr>
              <a:t>If the software is install in the school</a:t>
            </a:r>
            <a:r>
              <a:rPr lang="en-US" altLang="zh-TW" dirty="0" smtClean="0">
                <a:solidFill>
                  <a:srgbClr val="00B0F0"/>
                </a:solidFill>
                <a:latin typeface="Arial" panose="020B0604020202020204" pitchFamily="34" charset="0"/>
                <a:ea typeface="DejaVu Sans Condensed" panose="020B0606030804020204" pitchFamily="34" charset="0"/>
                <a:cs typeface="Arial" panose="020B0604020202020204" pitchFamily="34" charset="0"/>
              </a:rPr>
              <a:t>’</a:t>
            </a:r>
            <a:r>
              <a:rPr lang="en-US" altLang="zh-TW" dirty="0" smtClean="0">
                <a:solidFill>
                  <a:srgbClr val="00B0F0"/>
                </a:solidFill>
              </a:rPr>
              <a:t>s computer,</a:t>
            </a:r>
          </a:p>
          <a:p>
            <a:r>
              <a:rPr lang="en-US" altLang="zh-TW" dirty="0" smtClean="0">
                <a:solidFill>
                  <a:srgbClr val="00B0F0"/>
                </a:solidFill>
              </a:rPr>
              <a:t>make sure computer have been created the recovery point</a:t>
            </a:r>
          </a:p>
          <a:p>
            <a:r>
              <a:rPr lang="en-US" altLang="zh-TW" dirty="0">
                <a:solidFill>
                  <a:srgbClr val="00B0F0"/>
                </a:solidFill>
              </a:rPr>
              <a:t>b</a:t>
            </a:r>
            <a:r>
              <a:rPr lang="en-US" altLang="zh-TW" dirty="0" smtClean="0">
                <a:solidFill>
                  <a:srgbClr val="00B0F0"/>
                </a:solidFill>
              </a:rPr>
              <a:t>efore restarting the computer.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898943" y="304153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⑮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922323" y="304153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⑯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8118946" y="304153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⑰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918747" y="546811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⑱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11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use activation key?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821" b="57899"/>
          <a:stretch/>
        </p:blipFill>
        <p:spPr>
          <a:xfrm>
            <a:off x="262129" y="2110676"/>
            <a:ext cx="5384974" cy="1831975"/>
          </a:xfrm>
        </p:spPr>
      </p:pic>
      <p:sp>
        <p:nvSpPr>
          <p:cNvPr id="5" name="矩形 4"/>
          <p:cNvSpPr/>
          <p:nvPr/>
        </p:nvSpPr>
        <p:spPr>
          <a:xfrm>
            <a:off x="1404286" y="3265995"/>
            <a:ext cx="4197096" cy="192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390" b="74310"/>
          <a:stretch/>
        </p:blipFill>
        <p:spPr>
          <a:xfrm>
            <a:off x="262129" y="3858028"/>
            <a:ext cx="7001618" cy="146536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843198" y="5012499"/>
            <a:ext cx="5376672" cy="22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747" y="1429893"/>
            <a:ext cx="4763165" cy="362953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7415784" y="3026664"/>
            <a:ext cx="2816352" cy="24688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10168128" y="4718304"/>
            <a:ext cx="850392" cy="2651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5760720" y="5422392"/>
            <a:ext cx="53685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Ps:</a:t>
            </a:r>
            <a:br>
              <a:rPr lang="en-US" altLang="zh-TW" dirty="0" smtClean="0">
                <a:solidFill>
                  <a:srgbClr val="00B0F0"/>
                </a:solidFill>
              </a:rPr>
            </a:br>
            <a:r>
              <a:rPr lang="en-US" altLang="zh-TW" dirty="0" smtClean="0">
                <a:solidFill>
                  <a:srgbClr val="00B0F0"/>
                </a:solidFill>
              </a:rPr>
              <a:t>TCP port 2468 is for server and administration.</a:t>
            </a:r>
          </a:p>
          <a:p>
            <a:r>
              <a:rPr lang="en-US" altLang="zh-TW" dirty="0" smtClean="0">
                <a:solidFill>
                  <a:srgbClr val="00B0F0"/>
                </a:solidFill>
              </a:rPr>
              <a:t>Which computer need to install the license.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262129" y="1429893"/>
            <a:ext cx="59838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First install SLP distributor.</a:t>
            </a:r>
            <a:br>
              <a:rPr lang="en-US" altLang="zh-TW" dirty="0" smtClean="0">
                <a:solidFill>
                  <a:srgbClr val="FF0000"/>
                </a:solidFill>
              </a:rPr>
            </a:br>
            <a:r>
              <a:rPr lang="en-US" altLang="zh-TW" dirty="0" smtClean="0">
                <a:solidFill>
                  <a:srgbClr val="FF0000"/>
                </a:solidFill>
              </a:rPr>
              <a:t>This step also need in both student and administrator.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404286" y="284600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①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750832" y="463027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②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0024387" y="42994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③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7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activation key?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1869"/>
            <a:ext cx="3780624" cy="2880836"/>
          </a:xfrm>
        </p:spPr>
      </p:pic>
      <p:sp>
        <p:nvSpPr>
          <p:cNvPr id="6" name="矩形 5"/>
          <p:cNvSpPr/>
          <p:nvPr/>
        </p:nvSpPr>
        <p:spPr>
          <a:xfrm>
            <a:off x="2301731" y="3859231"/>
            <a:ext cx="640693" cy="1524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624" y="1231869"/>
            <a:ext cx="3780624" cy="288083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117928" y="3859231"/>
            <a:ext cx="605120" cy="1899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784" y="4214432"/>
            <a:ext cx="4471416" cy="2422017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336748" y="5240774"/>
            <a:ext cx="4156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It will open SLP distributer, a website.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H="1">
            <a:off x="4690872" y="4112705"/>
            <a:ext cx="1499616" cy="11280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101663" y="33888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④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004990" y="337404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⑤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82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activation key</a:t>
            </a:r>
            <a:r>
              <a:rPr lang="en-US" altLang="zh-TW" dirty="0" smtClean="0"/>
              <a:t>?(Auto)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8667"/>
            <a:ext cx="4753638" cy="2705478"/>
          </a:xfrm>
        </p:spPr>
      </p:pic>
      <p:sp>
        <p:nvSpPr>
          <p:cNvPr id="5" name="矩形 4"/>
          <p:cNvSpPr/>
          <p:nvPr/>
        </p:nvSpPr>
        <p:spPr>
          <a:xfrm>
            <a:off x="155448" y="3209544"/>
            <a:ext cx="4297680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4453127" y="2254130"/>
            <a:ext cx="74053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Enter your key and submit, it should be 25 words.(</a:t>
            </a:r>
            <a:r>
              <a:rPr lang="en-US" altLang="zh-TW" dirty="0" smtClean="0">
                <a:solidFill>
                  <a:srgbClr val="00B0F0"/>
                </a:solidFill>
              </a:rPr>
              <a:t>xxxxx</a:t>
            </a:r>
            <a:r>
              <a:rPr lang="en-US" altLang="zh-TW" dirty="0" smtClean="0">
                <a:solidFill>
                  <a:srgbClr val="00B0F0"/>
                </a:solidFill>
              </a:rPr>
              <a:t>-x….x-</a:t>
            </a:r>
            <a:r>
              <a:rPr lang="en-US" altLang="zh-TW" dirty="0" smtClean="0">
                <a:solidFill>
                  <a:srgbClr val="00B0F0"/>
                </a:solidFill>
              </a:rPr>
              <a:t>xxxxx</a:t>
            </a:r>
            <a:r>
              <a:rPr lang="en-US" altLang="zh-TW" dirty="0" smtClean="0">
                <a:solidFill>
                  <a:srgbClr val="00B0F0"/>
                </a:solidFill>
              </a:rPr>
              <a:t>)</a:t>
            </a:r>
            <a:br>
              <a:rPr lang="en-US" altLang="zh-TW" dirty="0" smtClean="0">
                <a:solidFill>
                  <a:srgbClr val="00B0F0"/>
                </a:solidFill>
              </a:rPr>
            </a:br>
            <a:r>
              <a:rPr lang="en-US" altLang="zh-TW" dirty="0" smtClean="0">
                <a:solidFill>
                  <a:srgbClr val="00B0F0"/>
                </a:solidFill>
              </a:rPr>
              <a:t>PS:</a:t>
            </a:r>
            <a:br>
              <a:rPr lang="en-US" altLang="zh-TW" dirty="0" smtClean="0">
                <a:solidFill>
                  <a:srgbClr val="00B0F0"/>
                </a:solidFill>
              </a:rPr>
            </a:br>
            <a:r>
              <a:rPr lang="en-US" altLang="zh-TW" dirty="0" smtClean="0">
                <a:solidFill>
                  <a:srgbClr val="00B0F0"/>
                </a:solidFill>
              </a:rPr>
              <a:t>After you submit the key, license would generate expire date.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600243"/>
            <a:ext cx="10058400" cy="1567771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4352544" y="4221615"/>
            <a:ext cx="4374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If the key is correct, you would see this.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 flipH="1">
            <a:off x="5715000" y="4590947"/>
            <a:ext cx="155448" cy="4016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6291072" y="5111496"/>
            <a:ext cx="1353312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4507790" y="3147062"/>
            <a:ext cx="7296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Choose </a:t>
            </a:r>
            <a:r>
              <a:rPr lang="en-US" altLang="zh-TW" dirty="0" smtClean="0">
                <a:solidFill>
                  <a:srgbClr val="FF0000"/>
                </a:solidFill>
              </a:rPr>
              <a:t>wisely the computer which you install license,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It is more complicate to remove the license to another computer.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457618" y="1756063"/>
            <a:ext cx="5020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This step is for administrator, not for student.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05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activation key</a:t>
            </a:r>
            <a:r>
              <a:rPr lang="en-US" altLang="zh-TW" dirty="0" smtClean="0"/>
              <a:t>?(Manual)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099"/>
            <a:ext cx="4753638" cy="2705478"/>
          </a:xfrm>
        </p:spPr>
      </p:pic>
      <p:sp>
        <p:nvSpPr>
          <p:cNvPr id="6" name="矩形 5"/>
          <p:cNvSpPr/>
          <p:nvPr/>
        </p:nvSpPr>
        <p:spPr>
          <a:xfrm>
            <a:off x="694944" y="3602736"/>
            <a:ext cx="1115568" cy="2377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638" y="1300389"/>
            <a:ext cx="4448796" cy="538237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760720" y="2916936"/>
            <a:ext cx="2688336" cy="3108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833872" y="3044952"/>
            <a:ext cx="2423160" cy="9144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241690" y="4280510"/>
            <a:ext cx="8749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The different of auto and manual are computer need to connect internet or not.</a:t>
            </a:r>
          </a:p>
          <a:p>
            <a:r>
              <a:rPr lang="en-US" altLang="zh-TW" dirty="0" smtClean="0">
                <a:solidFill>
                  <a:srgbClr val="00B0F0"/>
                </a:solidFill>
              </a:rPr>
              <a:t>If auto install is succeed, then you don</a:t>
            </a:r>
            <a:r>
              <a:rPr lang="en-US" altLang="zh-TW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altLang="zh-TW" dirty="0" smtClean="0">
                <a:solidFill>
                  <a:srgbClr val="00B0F0"/>
                </a:solidFill>
              </a:rPr>
              <a:t>t need to use manual activation.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49056" y="2916936"/>
            <a:ext cx="676656" cy="3108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4616477" y="1818704"/>
            <a:ext cx="7296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Choose </a:t>
            </a:r>
            <a:r>
              <a:rPr lang="en-US" altLang="zh-TW" dirty="0" smtClean="0">
                <a:solidFill>
                  <a:srgbClr val="FF0000"/>
                </a:solidFill>
              </a:rPr>
              <a:t>wisely the computer which you install license,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It is more complicate to remove the license to another computer.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103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activation key?(Manual)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4729"/>
            <a:ext cx="7784995" cy="4351338"/>
          </a:xfrm>
        </p:spPr>
      </p:pic>
      <p:sp>
        <p:nvSpPr>
          <p:cNvPr id="5" name="矩形 4"/>
          <p:cNvSpPr/>
          <p:nvPr/>
        </p:nvSpPr>
        <p:spPr>
          <a:xfrm>
            <a:off x="838200" y="3218688"/>
            <a:ext cx="2700528" cy="7223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838200" y="3959352"/>
            <a:ext cx="2069592" cy="118872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3538728" y="1506022"/>
            <a:ext cx="6173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If the key is correct, the request data would be generate.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6876288" y="1810512"/>
            <a:ext cx="164592" cy="320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3538728" y="2470960"/>
            <a:ext cx="2300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The format like this.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cxnSp>
        <p:nvCxnSpPr>
          <p:cNvPr id="13" name="直線單箭頭接點 12"/>
          <p:cNvCxnSpPr>
            <a:stCxn id="11" idx="1"/>
          </p:cNvCxnSpPr>
          <p:nvPr/>
        </p:nvCxnSpPr>
        <p:spPr>
          <a:xfrm flipH="1">
            <a:off x="1965960" y="2655626"/>
            <a:ext cx="1572768" cy="4167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11" idx="2"/>
          </p:cNvCxnSpPr>
          <p:nvPr/>
        </p:nvCxnSpPr>
        <p:spPr>
          <a:xfrm flipH="1">
            <a:off x="3538728" y="2840292"/>
            <a:ext cx="1150027" cy="11970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907792" y="4279392"/>
            <a:ext cx="630936" cy="201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925" y="3806495"/>
            <a:ext cx="3524742" cy="1200318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4688754" y="4279392"/>
            <a:ext cx="2004654" cy="100584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5605272" y="4672584"/>
            <a:ext cx="2211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Your activation key</a:t>
            </a:r>
            <a:endParaRPr lang="zh-TW" altLang="en-US" dirty="0">
              <a:solidFill>
                <a:srgbClr val="00B0F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>
          <a:xfrm flipH="1" flipV="1">
            <a:off x="6096000" y="4406654"/>
            <a:ext cx="140208" cy="339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向右箭號 23"/>
          <p:cNvSpPr/>
          <p:nvPr/>
        </p:nvSpPr>
        <p:spPr>
          <a:xfrm>
            <a:off x="3685032" y="4357116"/>
            <a:ext cx="548640" cy="50292"/>
          </a:xfrm>
          <a:prstGeom prst="right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0833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activation key?(Manual)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2" r="30536" b="9145"/>
          <a:stretch/>
        </p:blipFill>
        <p:spPr>
          <a:xfrm>
            <a:off x="201167" y="1240409"/>
            <a:ext cx="4599433" cy="3953383"/>
          </a:xfrm>
        </p:spPr>
      </p:pic>
      <p:sp>
        <p:nvSpPr>
          <p:cNvPr id="5" name="矩形 4"/>
          <p:cNvSpPr/>
          <p:nvPr/>
        </p:nvSpPr>
        <p:spPr>
          <a:xfrm>
            <a:off x="612648" y="2304288"/>
            <a:ext cx="4187952" cy="192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接點 6"/>
          <p:cNvCxnSpPr/>
          <p:nvPr/>
        </p:nvCxnSpPr>
        <p:spPr>
          <a:xfrm>
            <a:off x="838200" y="2400300"/>
            <a:ext cx="1411224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157984" y="4754880"/>
            <a:ext cx="548640" cy="1645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0" r="30027" b="56034"/>
          <a:stretch/>
        </p:blipFill>
        <p:spPr>
          <a:xfrm>
            <a:off x="5833872" y="1314409"/>
            <a:ext cx="6071616" cy="2507783"/>
          </a:xfrm>
          <a:prstGeom prst="rect">
            <a:avLst/>
          </a:prstGeom>
        </p:spPr>
      </p:pic>
      <p:cxnSp>
        <p:nvCxnSpPr>
          <p:cNvPr id="13" name="直線單箭頭接點 12"/>
          <p:cNvCxnSpPr/>
          <p:nvPr/>
        </p:nvCxnSpPr>
        <p:spPr>
          <a:xfrm>
            <a:off x="4965192" y="2496312"/>
            <a:ext cx="1353312" cy="33832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6702552" y="4105656"/>
            <a:ext cx="3780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Rename the file to </a:t>
            </a:r>
            <a:r>
              <a:rPr lang="en-US" altLang="zh-TW" dirty="0" smtClean="0">
                <a:solidFill>
                  <a:srgbClr val="00B0F0"/>
                </a:solidFill>
              </a:rPr>
              <a:t>request.licreqx</a:t>
            </a:r>
            <a:endParaRPr lang="zh-TW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993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activation key?(Manual)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52" y="2282825"/>
            <a:ext cx="8033239" cy="4351338"/>
          </a:xfrm>
        </p:spPr>
      </p:pic>
      <p:sp>
        <p:nvSpPr>
          <p:cNvPr id="5" name="文字方塊 4"/>
          <p:cNvSpPr txBox="1"/>
          <p:nvPr/>
        </p:nvSpPr>
        <p:spPr>
          <a:xfrm>
            <a:off x="512064" y="1874520"/>
            <a:ext cx="4682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Go to </a:t>
            </a:r>
            <a:r>
              <a:rPr lang="en-US" altLang="zh-TW" dirty="0" smtClean="0">
                <a:hlinkClick r:id="rId3"/>
              </a:rPr>
              <a:t>http://manualactivation.e.abb.com/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3227832" y="4773168"/>
            <a:ext cx="457200" cy="2743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4" t="24788"/>
          <a:stretch/>
        </p:blipFill>
        <p:spPr>
          <a:xfrm>
            <a:off x="5194756" y="2750434"/>
            <a:ext cx="5328268" cy="272808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194756" y="2953512"/>
            <a:ext cx="4159556" cy="1737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9098280" y="5212080"/>
            <a:ext cx="630936" cy="1737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/>
          <p:cNvCxnSpPr/>
          <p:nvPr/>
        </p:nvCxnSpPr>
        <p:spPr>
          <a:xfrm flipV="1">
            <a:off x="3685032" y="3127248"/>
            <a:ext cx="1417320" cy="15819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2432304" y="5212080"/>
            <a:ext cx="228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Upload request file.</a:t>
            </a:r>
            <a:endParaRPr lang="zh-TW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474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activation key?(Manual)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9" r="41653"/>
          <a:stretch/>
        </p:blipFill>
        <p:spPr>
          <a:xfrm>
            <a:off x="0" y="1405001"/>
            <a:ext cx="3840481" cy="4351338"/>
          </a:xfrm>
        </p:spPr>
      </p:pic>
      <p:sp>
        <p:nvSpPr>
          <p:cNvPr id="5" name="矩形 4"/>
          <p:cNvSpPr/>
          <p:nvPr/>
        </p:nvSpPr>
        <p:spPr>
          <a:xfrm>
            <a:off x="118873" y="4343400"/>
            <a:ext cx="411480" cy="2468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637" y="3757530"/>
            <a:ext cx="3115110" cy="1171739"/>
          </a:xfrm>
          <a:prstGeom prst="rect">
            <a:avLst/>
          </a:prstGeom>
        </p:spPr>
      </p:pic>
      <p:cxnSp>
        <p:nvCxnSpPr>
          <p:cNvPr id="8" name="直線單箭頭接點 7"/>
          <p:cNvCxnSpPr/>
          <p:nvPr/>
        </p:nvCxnSpPr>
        <p:spPr>
          <a:xfrm flipV="1">
            <a:off x="685800" y="4059936"/>
            <a:ext cx="2139696" cy="4069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2991664" y="3396004"/>
            <a:ext cx="2808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You would get a .bin file.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318" y="1354458"/>
            <a:ext cx="4639322" cy="5410955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5827296" y="4818888"/>
            <a:ext cx="4651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Back to SLP distributor manual activation.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971032" y="5756339"/>
            <a:ext cx="859536" cy="242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" t="62698" r="32102" b="4374"/>
          <a:stretch/>
        </p:blipFill>
        <p:spPr>
          <a:xfrm>
            <a:off x="8802599" y="5277300"/>
            <a:ext cx="2939914" cy="1399032"/>
          </a:xfrm>
          <a:prstGeom prst="rect">
            <a:avLst/>
          </a:prstGeom>
        </p:spPr>
      </p:pic>
      <p:sp>
        <p:nvSpPr>
          <p:cNvPr id="15" name="文字方塊 14"/>
          <p:cNvSpPr txBox="1"/>
          <p:nvPr/>
        </p:nvSpPr>
        <p:spPr>
          <a:xfrm>
            <a:off x="6160008" y="6440621"/>
            <a:ext cx="1816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Upload .bin file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802599" y="6355080"/>
            <a:ext cx="679729" cy="2702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/>
          <p:cNvCxnSpPr/>
          <p:nvPr/>
        </p:nvCxnSpPr>
        <p:spPr>
          <a:xfrm>
            <a:off x="7976467" y="5877401"/>
            <a:ext cx="746909" cy="19421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688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activation key?(Manual)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84" y="1690688"/>
            <a:ext cx="8954791" cy="4351338"/>
          </a:xfrm>
        </p:spPr>
      </p:pic>
      <p:sp>
        <p:nvSpPr>
          <p:cNvPr id="5" name="矩形 4"/>
          <p:cNvSpPr/>
          <p:nvPr/>
        </p:nvSpPr>
        <p:spPr>
          <a:xfrm>
            <a:off x="7205472" y="1690688"/>
            <a:ext cx="2112264" cy="31184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027" y="2435572"/>
            <a:ext cx="6006106" cy="1842859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027" y="4582035"/>
            <a:ext cx="5926436" cy="189302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096000" y="3666744"/>
            <a:ext cx="377952" cy="1996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/>
          <p:nvPr/>
        </p:nvCxnSpPr>
        <p:spPr>
          <a:xfrm>
            <a:off x="6949440" y="5632704"/>
            <a:ext cx="1179576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4751831" y="2099104"/>
            <a:ext cx="7360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If dashboard can see the product means license is in this computer.</a:t>
            </a:r>
            <a:endParaRPr lang="zh-TW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563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share network license?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02907"/>
            <a:ext cx="10515600" cy="3861750"/>
          </a:xfrm>
        </p:spPr>
      </p:pic>
      <p:sp>
        <p:nvSpPr>
          <p:cNvPr id="5" name="矩形 4"/>
          <p:cNvSpPr/>
          <p:nvPr/>
        </p:nvSpPr>
        <p:spPr>
          <a:xfrm>
            <a:off x="173736" y="4608576"/>
            <a:ext cx="664464" cy="2743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288" y="2886366"/>
            <a:ext cx="5382768" cy="37187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590288" y="3749040"/>
            <a:ext cx="1664208" cy="192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838200" y="4096512"/>
            <a:ext cx="323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①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r>
              <a:rPr lang="en-US" altLang="zh-TW" dirty="0" smtClean="0">
                <a:solidFill>
                  <a:srgbClr val="FF0000"/>
                </a:solidFill>
              </a:rPr>
              <a:t>Open </a:t>
            </a:r>
            <a:r>
              <a:rPr lang="en-US" altLang="zh-TW" dirty="0" err="1" smtClean="0">
                <a:solidFill>
                  <a:srgbClr val="FF0000"/>
                </a:solidFill>
              </a:rPr>
              <a:t>robotstudio</a:t>
            </a:r>
            <a:r>
              <a:rPr lang="en-US" altLang="zh-TW" dirty="0" smtClean="0">
                <a:solidFill>
                  <a:srgbClr val="FF0000"/>
                </a:solidFill>
              </a:rPr>
              <a:t> -&gt; option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3026664" y="3845052"/>
            <a:ext cx="1563624" cy="4526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4382539" y="333378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②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41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share network license?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3561"/>
            <a:ext cx="6298435" cy="4351338"/>
          </a:xfrm>
        </p:spPr>
      </p:pic>
      <p:sp>
        <p:nvSpPr>
          <p:cNvPr id="6" name="矩形 5"/>
          <p:cNvSpPr/>
          <p:nvPr/>
        </p:nvSpPr>
        <p:spPr>
          <a:xfrm>
            <a:off x="2523744" y="2679192"/>
            <a:ext cx="1417320" cy="2377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435" y="1313561"/>
            <a:ext cx="5106113" cy="361047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757416" y="3328416"/>
            <a:ext cx="3182112" cy="301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0543032" y="4544568"/>
            <a:ext cx="740664" cy="320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2181398" y="242873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③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464808" y="29169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④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0335283" y="41158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⑤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455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share network license</a:t>
            </a:r>
            <a:r>
              <a:rPr lang="en-US" altLang="zh-TW" dirty="0" smtClean="0"/>
              <a:t>?</a:t>
            </a:r>
            <a:br>
              <a:rPr lang="en-US" altLang="zh-TW" dirty="0" smtClean="0"/>
            </a:br>
            <a:r>
              <a:rPr lang="en-US" altLang="zh-TW" dirty="0" smtClean="0"/>
              <a:t>(Administrator)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5106113" cy="3610479"/>
          </a:xfrm>
        </p:spPr>
      </p:pic>
      <p:sp>
        <p:nvSpPr>
          <p:cNvPr id="5" name="矩形 4"/>
          <p:cNvSpPr/>
          <p:nvPr/>
        </p:nvSpPr>
        <p:spPr>
          <a:xfrm>
            <a:off x="1600200" y="2907792"/>
            <a:ext cx="1554480" cy="2834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4251960" y="4992624"/>
            <a:ext cx="713232" cy="2194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01167"/>
            <a:ext cx="3353268" cy="126700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861615" y="6225663"/>
            <a:ext cx="676656" cy="2472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412" y="1690688"/>
            <a:ext cx="6564244" cy="453497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9208008" y="3099816"/>
            <a:ext cx="1124712" cy="26517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407" y="3443322"/>
            <a:ext cx="5725393" cy="290596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7040880" y="3958175"/>
            <a:ext cx="466344" cy="157394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23367" y="2538460"/>
            <a:ext cx="5151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⑥</a:t>
            </a:r>
            <a:r>
              <a:rPr lang="en-US" altLang="zh-TW" dirty="0" smtClean="0">
                <a:solidFill>
                  <a:srgbClr val="FF0000"/>
                </a:solidFill>
              </a:rPr>
              <a:t>Enter 127.0.0.1 this is local IP connect to SLP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158857" y="456048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⑦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784445" y="58656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⑧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530983" y="2169128"/>
            <a:ext cx="4048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You can see your license is updated.</a:t>
            </a:r>
            <a:endParaRPr lang="zh-TW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10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share network license?</a:t>
            </a:r>
            <a:br>
              <a:rPr lang="en-US" altLang="zh-TW" dirty="0"/>
            </a:br>
            <a:r>
              <a:rPr lang="en-US" altLang="zh-TW" dirty="0"/>
              <a:t>(Administrator)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76" y="1690688"/>
            <a:ext cx="10515600" cy="2570887"/>
          </a:xfrm>
        </p:spPr>
      </p:pic>
      <p:sp>
        <p:nvSpPr>
          <p:cNvPr id="5" name="矩形 4"/>
          <p:cNvSpPr/>
          <p:nvPr/>
        </p:nvSpPr>
        <p:spPr>
          <a:xfrm>
            <a:off x="484632" y="2807208"/>
            <a:ext cx="886968" cy="16892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493776" y="3429000"/>
            <a:ext cx="841248" cy="16459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4736592" y="2064282"/>
            <a:ext cx="5177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This is commuter license which is checked out.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cxnSp>
        <p:nvCxnSpPr>
          <p:cNvPr id="9" name="直線單箭頭接點 8"/>
          <p:cNvCxnSpPr>
            <a:stCxn id="7" idx="2"/>
          </p:cNvCxnSpPr>
          <p:nvPr/>
        </p:nvCxnSpPr>
        <p:spPr>
          <a:xfrm flipH="1">
            <a:off x="6583680" y="2433614"/>
            <a:ext cx="741698" cy="458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1609344" y="3326630"/>
            <a:ext cx="140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Server host</a:t>
            </a:r>
            <a:endParaRPr lang="zh-TW" altLang="en-US" dirty="0">
              <a:solidFill>
                <a:srgbClr val="00B0F0"/>
              </a:solidFill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H="1">
            <a:off x="1371600" y="3511296"/>
            <a:ext cx="2377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865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share network license?</a:t>
            </a:r>
            <a:br>
              <a:rPr lang="en-US" altLang="zh-TW" dirty="0"/>
            </a:br>
            <a:r>
              <a:rPr lang="en-US" altLang="zh-TW" dirty="0" smtClean="0"/>
              <a:t>(Student)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4"/>
          <a:stretch/>
        </p:blipFill>
        <p:spPr>
          <a:xfrm>
            <a:off x="0" y="1591055"/>
            <a:ext cx="5760610" cy="4311587"/>
          </a:xfrm>
        </p:spPr>
      </p:pic>
      <p:sp>
        <p:nvSpPr>
          <p:cNvPr id="5" name="矩形 4"/>
          <p:cNvSpPr/>
          <p:nvPr/>
        </p:nvSpPr>
        <p:spPr>
          <a:xfrm>
            <a:off x="0" y="3840480"/>
            <a:ext cx="557784" cy="201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335024" y="2871216"/>
            <a:ext cx="475488" cy="1188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2962656" y="2999232"/>
            <a:ext cx="941832" cy="1554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610" y="1591055"/>
            <a:ext cx="5106113" cy="361047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351776" y="2798064"/>
            <a:ext cx="1554480" cy="2788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6625627" y="2428732"/>
            <a:ext cx="4057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⑥</a:t>
            </a:r>
            <a:r>
              <a:rPr lang="en-US" altLang="zh-TW" dirty="0" smtClean="0">
                <a:solidFill>
                  <a:srgbClr val="FF0000"/>
                </a:solidFill>
              </a:rPr>
              <a:t>Enter the server</a:t>
            </a:r>
            <a:r>
              <a:rPr lang="en-US" altLang="zh-TW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’</a:t>
            </a:r>
            <a:r>
              <a:rPr lang="en-US" altLang="zh-TW" dirty="0" smtClean="0">
                <a:solidFill>
                  <a:srgbClr val="FF0000"/>
                </a:solidFill>
              </a:rPr>
              <a:t>s computer name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425696" y="5653032"/>
            <a:ext cx="66666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Ps:</a:t>
            </a:r>
            <a:br>
              <a:rPr lang="en-US" altLang="zh-TW" dirty="0" smtClean="0">
                <a:solidFill>
                  <a:srgbClr val="FF0000"/>
                </a:solidFill>
              </a:rPr>
            </a:br>
            <a:r>
              <a:rPr lang="en-US" altLang="zh-TW" dirty="0" smtClean="0">
                <a:solidFill>
                  <a:srgbClr val="FF0000"/>
                </a:solidFill>
              </a:rPr>
              <a:t>If student</a:t>
            </a:r>
            <a:r>
              <a:rPr lang="en-US" altLang="zh-TW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’</a:t>
            </a:r>
            <a:r>
              <a:rPr lang="en-US" altLang="zh-TW" dirty="0" smtClean="0">
                <a:solidFill>
                  <a:srgbClr val="FF0000"/>
                </a:solidFill>
              </a:rPr>
              <a:t>s computer want to connect to server,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their devices have to connect same WIFI with server,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a</a:t>
            </a:r>
            <a:r>
              <a:rPr lang="en-US" altLang="zh-TW" dirty="0" smtClean="0">
                <a:solidFill>
                  <a:srgbClr val="FF0000"/>
                </a:solidFill>
              </a:rPr>
              <a:t>fter using commuter mode so they can have license offline.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9883001" y="445075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⑦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003536" y="4901184"/>
            <a:ext cx="749808" cy="2194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773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share network license?</a:t>
            </a:r>
            <a:br>
              <a:rPr lang="en-US" altLang="zh-TW" dirty="0"/>
            </a:br>
            <a:r>
              <a:rPr lang="en-US" altLang="zh-TW" dirty="0"/>
              <a:t>(Student)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3353268" cy="1267002"/>
          </a:xfr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268" y="1690688"/>
            <a:ext cx="6443472" cy="483260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874520" y="2596896"/>
            <a:ext cx="676656" cy="2651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5303520" y="3340901"/>
            <a:ext cx="356616" cy="134082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1680236" y="222756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⑧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25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share network license?</a:t>
            </a:r>
            <a:br>
              <a:rPr lang="en-US" altLang="zh-TW" dirty="0"/>
            </a:br>
            <a:r>
              <a:rPr lang="en-US" altLang="zh-TW" dirty="0"/>
              <a:t>(Student)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1615313"/>
            <a:ext cx="6748272" cy="5243666"/>
          </a:xfrm>
        </p:spPr>
      </p:pic>
      <p:sp>
        <p:nvSpPr>
          <p:cNvPr id="3" name="矩形 2"/>
          <p:cNvSpPr/>
          <p:nvPr/>
        </p:nvSpPr>
        <p:spPr>
          <a:xfrm>
            <a:off x="594360" y="5321808"/>
            <a:ext cx="1947672" cy="16459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2121408" y="4407408"/>
            <a:ext cx="9088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If server is different, even enter the same host name can</a:t>
            </a:r>
            <a:r>
              <a:rPr lang="en-US" altLang="zh-TW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’</a:t>
            </a:r>
            <a:r>
              <a:rPr lang="en-US" altLang="zh-TW" dirty="0" smtClean="0">
                <a:solidFill>
                  <a:srgbClr val="FF0000"/>
                </a:solidFill>
              </a:rPr>
              <a:t>t get the network license.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449670" y="4998642"/>
            <a:ext cx="8742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In the classroom, we use the WIFI named Classroom to connect network license.</a:t>
            </a:r>
          </a:p>
          <a:p>
            <a:r>
              <a:rPr lang="en-US" altLang="zh-TW" dirty="0" smtClean="0">
                <a:solidFill>
                  <a:srgbClr val="00B0F0"/>
                </a:solidFill>
              </a:rPr>
              <a:t>The host server is located on the first row, from left to right third computer.</a:t>
            </a:r>
            <a:endParaRPr lang="zh-TW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04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use commuter license mode?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4806"/>
            <a:ext cx="5106113" cy="3610479"/>
          </a:xfrm>
        </p:spPr>
      </p:pic>
      <p:sp>
        <p:nvSpPr>
          <p:cNvPr id="6" name="文字方塊 5"/>
          <p:cNvSpPr txBox="1"/>
          <p:nvPr/>
        </p:nvSpPr>
        <p:spPr>
          <a:xfrm>
            <a:off x="164592" y="336562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①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84632" y="3721608"/>
            <a:ext cx="2551176" cy="192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242816" y="4636008"/>
            <a:ext cx="740664" cy="2377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3912434" y="427939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②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186" y="1354805"/>
            <a:ext cx="5106113" cy="3610479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0" y="4023360"/>
            <a:ext cx="7595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Commuter license let user can check out network license for 90 days.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568696" y="2377440"/>
            <a:ext cx="1691640" cy="301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6409944" y="2871216"/>
            <a:ext cx="1247298" cy="2888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9348929" y="4636008"/>
            <a:ext cx="764335" cy="2377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5226819" y="205088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③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994446" y="29827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④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9141180" y="420802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⑤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97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commuter license mode?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15394"/>
            <a:ext cx="7563906" cy="3839111"/>
          </a:xfrm>
        </p:spPr>
      </p:pic>
      <p:sp>
        <p:nvSpPr>
          <p:cNvPr id="5" name="矩形 4"/>
          <p:cNvSpPr/>
          <p:nvPr/>
        </p:nvSpPr>
        <p:spPr>
          <a:xfrm>
            <a:off x="2724912" y="2331720"/>
            <a:ext cx="1188720" cy="20574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4206240" y="2331720"/>
            <a:ext cx="740664" cy="20574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7578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</TotalTime>
  <Words>567</Words>
  <Application>Microsoft Office PowerPoint</Application>
  <PresentationFormat>寬螢幕</PresentationFormat>
  <Paragraphs>107</Paragraphs>
  <Slides>25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2" baseType="lpstr">
      <vt:lpstr>Arial Unicode MS</vt:lpstr>
      <vt:lpstr>微軟正黑體</vt:lpstr>
      <vt:lpstr>新細明體</vt:lpstr>
      <vt:lpstr>Arial</vt:lpstr>
      <vt:lpstr>Calibri</vt:lpstr>
      <vt:lpstr>DejaVu Sans Condensed</vt:lpstr>
      <vt:lpstr>Office 佈景主題</vt:lpstr>
      <vt:lpstr>RS manual</vt:lpstr>
      <vt:lpstr>Table of contents</vt:lpstr>
      <vt:lpstr>How to download RS(RobotStudio)?</vt:lpstr>
      <vt:lpstr>How to download RS(RobotStudio)?</vt:lpstr>
      <vt:lpstr>How to download RS(RobotStudio)?</vt:lpstr>
      <vt:lpstr>How to download RS(RobotStudio)?</vt:lpstr>
      <vt:lpstr>How to download RS(RobotStudio)?</vt:lpstr>
      <vt:lpstr>How to use activation key?</vt:lpstr>
      <vt:lpstr>How to use activation key?</vt:lpstr>
      <vt:lpstr>How to use activation key?(Auto)</vt:lpstr>
      <vt:lpstr>How to use activation key?(Manual)</vt:lpstr>
      <vt:lpstr>How to use activation key?(Manual)</vt:lpstr>
      <vt:lpstr>How to use activation key?(Manual)</vt:lpstr>
      <vt:lpstr>How to use activation key?(Manual)</vt:lpstr>
      <vt:lpstr>How to use activation key?(Manual)</vt:lpstr>
      <vt:lpstr>How to use activation key?(Manual)</vt:lpstr>
      <vt:lpstr>How to share network license?</vt:lpstr>
      <vt:lpstr>How to share network license?</vt:lpstr>
      <vt:lpstr>How to share network license? (Administrator)</vt:lpstr>
      <vt:lpstr>How to share network license? (Administrator)</vt:lpstr>
      <vt:lpstr>How to share network license? (Student)</vt:lpstr>
      <vt:lpstr>How to share network license? (Student)</vt:lpstr>
      <vt:lpstr>How to share network license? (Student)</vt:lpstr>
      <vt:lpstr>How to use commuter license mode?</vt:lpstr>
      <vt:lpstr>How to use commuter license mode?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83</cp:revision>
  <dcterms:created xsi:type="dcterms:W3CDTF">2024-07-29T04:43:34Z</dcterms:created>
  <dcterms:modified xsi:type="dcterms:W3CDTF">2024-08-01T05:52:49Z</dcterms:modified>
</cp:coreProperties>
</file>