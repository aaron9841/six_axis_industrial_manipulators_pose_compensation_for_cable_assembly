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7"/>
  </p:handoutMasterIdLst>
  <p:sldIdLst>
    <p:sldId id="256" r:id="rId2"/>
    <p:sldId id="257" r:id="rId3"/>
    <p:sldId id="259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60" r:id="rId13"/>
    <p:sldId id="273" r:id="rId14"/>
    <p:sldId id="274" r:id="rId15"/>
    <p:sldId id="279" r:id="rId1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945A6FC5-4620-47AA-A94F-D2F666ABE49F}">
          <p14:sldIdLst>
            <p14:sldId id="256"/>
            <p14:sldId id="257"/>
          </p14:sldIdLst>
        </p14:section>
        <p14:section name="activation key" id="{0D42A992-BD82-4C6F-AE69-8BE58BFEA553}">
          <p14:sldIdLst>
            <p14:sldId id="259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network license" id="{5584ECBA-391D-411A-BFA1-327AF3D4DF87}">
          <p14:sldIdLst>
            <p14:sldId id="260"/>
            <p14:sldId id="273"/>
            <p14:sldId id="274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6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E00426-071C-4561-8DE4-306F386B744B}" type="datetimeFigureOut">
              <a:rPr lang="zh-TW" altLang="en-US" smtClean="0"/>
              <a:t>2024/8/7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DFD74C-6098-4B6C-BCD5-3FF4F643377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45440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88A35-DFBF-450E-80B3-10334A1AEBF3}" type="datetimeFigureOut">
              <a:rPr lang="zh-TW" altLang="en-US" smtClean="0"/>
              <a:t>2024/8/7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7AEAB-0B81-472F-B62D-02B41C6E5F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91088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88A35-DFBF-450E-80B3-10334A1AEBF3}" type="datetimeFigureOut">
              <a:rPr lang="zh-TW" altLang="en-US" smtClean="0"/>
              <a:t>2024/8/7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7AEAB-0B81-472F-B62D-02B41C6E5F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38322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88A35-DFBF-450E-80B3-10334A1AEBF3}" type="datetimeFigureOut">
              <a:rPr lang="zh-TW" altLang="en-US" smtClean="0"/>
              <a:t>2024/8/7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7AEAB-0B81-472F-B62D-02B41C6E5F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57072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88A35-DFBF-450E-80B3-10334A1AEBF3}" type="datetimeFigureOut">
              <a:rPr lang="zh-TW" altLang="en-US" smtClean="0"/>
              <a:t>2024/8/7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7AEAB-0B81-472F-B62D-02B41C6E5F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71327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88A35-DFBF-450E-80B3-10334A1AEBF3}" type="datetimeFigureOut">
              <a:rPr lang="zh-TW" altLang="en-US" smtClean="0"/>
              <a:t>2024/8/7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7AEAB-0B81-472F-B62D-02B41C6E5F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2415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88A35-DFBF-450E-80B3-10334A1AEBF3}" type="datetimeFigureOut">
              <a:rPr lang="zh-TW" altLang="en-US" smtClean="0"/>
              <a:t>2024/8/7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7AEAB-0B81-472F-B62D-02B41C6E5F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4203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88A35-DFBF-450E-80B3-10334A1AEBF3}" type="datetimeFigureOut">
              <a:rPr lang="zh-TW" altLang="en-US" smtClean="0"/>
              <a:t>2024/8/7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7AEAB-0B81-472F-B62D-02B41C6E5F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7583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88A35-DFBF-450E-80B3-10334A1AEBF3}" type="datetimeFigureOut">
              <a:rPr lang="zh-TW" altLang="en-US" smtClean="0"/>
              <a:t>2024/8/7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7AEAB-0B81-472F-B62D-02B41C6E5F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1759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88A35-DFBF-450E-80B3-10334A1AEBF3}" type="datetimeFigureOut">
              <a:rPr lang="zh-TW" altLang="en-US" smtClean="0"/>
              <a:t>2024/8/7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7AEAB-0B81-472F-B62D-02B41C6E5F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0053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88A35-DFBF-450E-80B3-10334A1AEBF3}" type="datetimeFigureOut">
              <a:rPr lang="zh-TW" altLang="en-US" smtClean="0"/>
              <a:t>2024/8/7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7AEAB-0B81-472F-B62D-02B41C6E5F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7703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88A35-DFBF-450E-80B3-10334A1AEBF3}" type="datetimeFigureOut">
              <a:rPr lang="zh-TW" altLang="en-US" smtClean="0"/>
              <a:t>2024/8/7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7AEAB-0B81-472F-B62D-02B41C6E5F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8370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488A35-DFBF-450E-80B3-10334A1AEBF3}" type="datetimeFigureOut">
              <a:rPr lang="zh-TW" altLang="en-US" smtClean="0"/>
              <a:t>2024/8/7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07AEAB-0B81-472F-B62D-02B41C6E5F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49638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manualactivation.e.abb.com/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RS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manual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99316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Table of contents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How </a:t>
            </a:r>
            <a:r>
              <a:rPr lang="en-US" altLang="zh-TW" dirty="0"/>
              <a:t>to use activation key</a:t>
            </a:r>
            <a:r>
              <a:rPr lang="en-US" altLang="zh-TW" dirty="0" smtClean="0"/>
              <a:t>?</a:t>
            </a:r>
          </a:p>
          <a:p>
            <a:r>
              <a:rPr lang="en-US" altLang="zh-TW" dirty="0"/>
              <a:t>How to share network license</a:t>
            </a:r>
            <a:r>
              <a:rPr lang="en-US" altLang="zh-TW" dirty="0" smtClean="0"/>
              <a:t>?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3629941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How to use activation key?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821" b="57899"/>
          <a:stretch/>
        </p:blipFill>
        <p:spPr>
          <a:xfrm>
            <a:off x="262129" y="2110676"/>
            <a:ext cx="5384974" cy="1831975"/>
          </a:xfrm>
        </p:spPr>
      </p:pic>
      <p:sp>
        <p:nvSpPr>
          <p:cNvPr id="5" name="矩形 4"/>
          <p:cNvSpPr/>
          <p:nvPr/>
        </p:nvSpPr>
        <p:spPr>
          <a:xfrm>
            <a:off x="1404286" y="3265995"/>
            <a:ext cx="4197096" cy="1920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390" b="74310"/>
          <a:stretch/>
        </p:blipFill>
        <p:spPr>
          <a:xfrm>
            <a:off x="262129" y="3858028"/>
            <a:ext cx="7001618" cy="1465367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843198" y="5012499"/>
            <a:ext cx="5376672" cy="2286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3747" y="1429893"/>
            <a:ext cx="4763165" cy="3629532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7415784" y="3026664"/>
            <a:ext cx="2816352" cy="246888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11" name="矩形 10"/>
          <p:cNvSpPr/>
          <p:nvPr/>
        </p:nvSpPr>
        <p:spPr>
          <a:xfrm>
            <a:off x="10168128" y="4718304"/>
            <a:ext cx="850392" cy="2651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12" name="文字方塊 11"/>
          <p:cNvSpPr txBox="1"/>
          <p:nvPr/>
        </p:nvSpPr>
        <p:spPr>
          <a:xfrm>
            <a:off x="5760720" y="5422392"/>
            <a:ext cx="53685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00B0F0"/>
                </a:solidFill>
              </a:rPr>
              <a:t>Ps:</a:t>
            </a:r>
            <a:br>
              <a:rPr lang="en-US" altLang="zh-TW" dirty="0" smtClean="0">
                <a:solidFill>
                  <a:srgbClr val="00B0F0"/>
                </a:solidFill>
              </a:rPr>
            </a:br>
            <a:r>
              <a:rPr lang="en-US" altLang="zh-TW" dirty="0" smtClean="0">
                <a:solidFill>
                  <a:srgbClr val="00B0F0"/>
                </a:solidFill>
              </a:rPr>
              <a:t>TCP port 2468 is for server and administration.</a:t>
            </a:r>
          </a:p>
          <a:p>
            <a:r>
              <a:rPr lang="en-US" altLang="zh-TW" dirty="0" smtClean="0">
                <a:solidFill>
                  <a:srgbClr val="00B0F0"/>
                </a:solidFill>
              </a:rPr>
              <a:t>Which computer need to install the license.</a:t>
            </a:r>
          </a:p>
        </p:txBody>
      </p:sp>
      <p:sp>
        <p:nvSpPr>
          <p:cNvPr id="3" name="文字方塊 2"/>
          <p:cNvSpPr txBox="1"/>
          <p:nvPr/>
        </p:nvSpPr>
        <p:spPr>
          <a:xfrm>
            <a:off x="337080" y="1667915"/>
            <a:ext cx="3012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First install SLP distributor</a:t>
            </a:r>
            <a:r>
              <a:rPr lang="en-US" altLang="zh-TW" dirty="0" smtClean="0">
                <a:solidFill>
                  <a:srgbClr val="FF0000"/>
                </a:solidFill>
              </a:rPr>
              <a:t>.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1404286" y="284600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①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1750832" y="463027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②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10024387" y="429947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</a:rPr>
              <a:t>③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175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How to use activation key?</a:t>
            </a:r>
            <a:endParaRPr lang="zh-TW" alt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31869"/>
            <a:ext cx="3780624" cy="2880836"/>
          </a:xfrm>
        </p:spPr>
      </p:pic>
      <p:sp>
        <p:nvSpPr>
          <p:cNvPr id="6" name="矩形 5"/>
          <p:cNvSpPr/>
          <p:nvPr/>
        </p:nvSpPr>
        <p:spPr>
          <a:xfrm>
            <a:off x="2301731" y="3859231"/>
            <a:ext cx="640693" cy="15241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0624" y="1231869"/>
            <a:ext cx="3780624" cy="2880836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6117928" y="3859231"/>
            <a:ext cx="605120" cy="1899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2784" y="4214432"/>
            <a:ext cx="4471416" cy="2422017"/>
          </a:xfrm>
          <a:prstGeom prst="rect">
            <a:avLst/>
          </a:prstGeom>
        </p:spPr>
      </p:pic>
      <p:sp>
        <p:nvSpPr>
          <p:cNvPr id="8" name="文字方塊 7"/>
          <p:cNvSpPr txBox="1"/>
          <p:nvPr/>
        </p:nvSpPr>
        <p:spPr>
          <a:xfrm>
            <a:off x="1336748" y="5240774"/>
            <a:ext cx="4156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00B0F0"/>
                </a:solidFill>
              </a:rPr>
              <a:t>It will open SLP distributer, a website.</a:t>
            </a:r>
            <a:endParaRPr lang="zh-TW" altLang="en-US" dirty="0">
              <a:solidFill>
                <a:srgbClr val="00B0F0"/>
              </a:solidFill>
            </a:endParaRPr>
          </a:p>
        </p:txBody>
      </p:sp>
      <p:cxnSp>
        <p:nvCxnSpPr>
          <p:cNvPr id="10" name="直線單箭頭接點 9"/>
          <p:cNvCxnSpPr/>
          <p:nvPr/>
        </p:nvCxnSpPr>
        <p:spPr>
          <a:xfrm flipH="1">
            <a:off x="4690872" y="4112705"/>
            <a:ext cx="1499616" cy="112806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2101663" y="338883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</a:rPr>
              <a:t>④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6004990" y="337404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</a:rPr>
              <a:t>⑤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5826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How to use activation key</a:t>
            </a:r>
            <a:r>
              <a:rPr lang="en-US" altLang="zh-TW" dirty="0" smtClean="0"/>
              <a:t>?(Auto)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58667"/>
            <a:ext cx="4753638" cy="2705478"/>
          </a:xfrm>
        </p:spPr>
      </p:pic>
      <p:sp>
        <p:nvSpPr>
          <p:cNvPr id="5" name="矩形 4"/>
          <p:cNvSpPr/>
          <p:nvPr/>
        </p:nvSpPr>
        <p:spPr>
          <a:xfrm>
            <a:off x="155448" y="3209544"/>
            <a:ext cx="4297680" cy="3657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/>
          <p:cNvSpPr txBox="1"/>
          <p:nvPr/>
        </p:nvSpPr>
        <p:spPr>
          <a:xfrm>
            <a:off x="4453127" y="2254130"/>
            <a:ext cx="740536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00B0F0"/>
                </a:solidFill>
              </a:rPr>
              <a:t>Enter your key and submit, it should be 25 words.(xxxxx-x….x-xxxxx)</a:t>
            </a:r>
            <a:br>
              <a:rPr lang="en-US" altLang="zh-TW" dirty="0" smtClean="0">
                <a:solidFill>
                  <a:srgbClr val="00B0F0"/>
                </a:solidFill>
              </a:rPr>
            </a:br>
            <a:r>
              <a:rPr lang="en-US" altLang="zh-TW" dirty="0" smtClean="0">
                <a:solidFill>
                  <a:srgbClr val="00B0F0"/>
                </a:solidFill>
              </a:rPr>
              <a:t>PS:</a:t>
            </a:r>
            <a:br>
              <a:rPr lang="en-US" altLang="zh-TW" dirty="0" smtClean="0">
                <a:solidFill>
                  <a:srgbClr val="00B0F0"/>
                </a:solidFill>
              </a:rPr>
            </a:br>
            <a:r>
              <a:rPr lang="en-US" altLang="zh-TW" dirty="0" smtClean="0">
                <a:solidFill>
                  <a:srgbClr val="00B0F0"/>
                </a:solidFill>
              </a:rPr>
              <a:t>After you submit the key, license would generate expire date.</a:t>
            </a:r>
            <a:endParaRPr lang="zh-TW" altLang="en-US" dirty="0">
              <a:solidFill>
                <a:srgbClr val="00B0F0"/>
              </a:solidFill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4600243"/>
            <a:ext cx="10058400" cy="1567771"/>
          </a:xfrm>
          <a:prstGeom prst="rect">
            <a:avLst/>
          </a:prstGeom>
        </p:spPr>
      </p:pic>
      <p:sp>
        <p:nvSpPr>
          <p:cNvPr id="9" name="文字方塊 8"/>
          <p:cNvSpPr txBox="1"/>
          <p:nvPr/>
        </p:nvSpPr>
        <p:spPr>
          <a:xfrm>
            <a:off x="4352544" y="4221615"/>
            <a:ext cx="4374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00B0F0"/>
                </a:solidFill>
              </a:rPr>
              <a:t>If the key is correct, you would see this.</a:t>
            </a:r>
            <a:endParaRPr lang="zh-TW" altLang="en-US" dirty="0">
              <a:solidFill>
                <a:srgbClr val="00B0F0"/>
              </a:solidFill>
            </a:endParaRPr>
          </a:p>
        </p:txBody>
      </p:sp>
      <p:cxnSp>
        <p:nvCxnSpPr>
          <p:cNvPr id="11" name="直線單箭頭接點 10"/>
          <p:cNvCxnSpPr/>
          <p:nvPr/>
        </p:nvCxnSpPr>
        <p:spPr>
          <a:xfrm flipH="1">
            <a:off x="5715000" y="4590947"/>
            <a:ext cx="155448" cy="40167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6291072" y="5111496"/>
            <a:ext cx="1353312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/>
          <p:cNvSpPr txBox="1"/>
          <p:nvPr/>
        </p:nvSpPr>
        <p:spPr>
          <a:xfrm>
            <a:off x="4507790" y="3147062"/>
            <a:ext cx="72960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Choose wisely the computer which you install license,</a:t>
            </a:r>
          </a:p>
          <a:p>
            <a:r>
              <a:rPr lang="en-US" altLang="zh-TW" dirty="0" smtClean="0">
                <a:solidFill>
                  <a:srgbClr val="FF0000"/>
                </a:solidFill>
              </a:rPr>
              <a:t>It is more complicate to remove the license to another computer.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4457618" y="1756063"/>
            <a:ext cx="50202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This step is for administrator, not for student.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3054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How to use activation key</a:t>
            </a:r>
            <a:r>
              <a:rPr lang="en-US" altLang="zh-TW" dirty="0" smtClean="0"/>
              <a:t>?(Manual)</a:t>
            </a:r>
            <a:endParaRPr lang="zh-TW" alt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6099"/>
            <a:ext cx="4753638" cy="2705478"/>
          </a:xfrm>
        </p:spPr>
      </p:pic>
      <p:sp>
        <p:nvSpPr>
          <p:cNvPr id="6" name="矩形 5"/>
          <p:cNvSpPr/>
          <p:nvPr/>
        </p:nvSpPr>
        <p:spPr>
          <a:xfrm>
            <a:off x="694944" y="3602736"/>
            <a:ext cx="1115568" cy="23774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3638" y="1300389"/>
            <a:ext cx="4448796" cy="5382376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5760720" y="2916936"/>
            <a:ext cx="2688336" cy="31089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5833872" y="3044952"/>
            <a:ext cx="2423160" cy="91440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/>
        </p:nvSpPr>
        <p:spPr>
          <a:xfrm>
            <a:off x="241690" y="4280510"/>
            <a:ext cx="87495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00B0F0"/>
                </a:solidFill>
              </a:rPr>
              <a:t>The different of auto and manual are computer need to connect internet or not.</a:t>
            </a:r>
          </a:p>
          <a:p>
            <a:r>
              <a:rPr lang="en-US" altLang="zh-TW" dirty="0" smtClean="0">
                <a:solidFill>
                  <a:srgbClr val="00B0F0"/>
                </a:solidFill>
              </a:rPr>
              <a:t>If auto install is succeed, then you don</a:t>
            </a:r>
            <a:r>
              <a:rPr lang="en-US" altLang="zh-TW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</a:t>
            </a:r>
            <a:r>
              <a:rPr lang="en-US" altLang="zh-TW" dirty="0" smtClean="0">
                <a:solidFill>
                  <a:srgbClr val="00B0F0"/>
                </a:solidFill>
              </a:rPr>
              <a:t>t need to use manual activation.</a:t>
            </a:r>
            <a:endParaRPr lang="zh-TW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449056" y="2916936"/>
            <a:ext cx="676656" cy="31089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/>
          <p:cNvSpPr txBox="1"/>
          <p:nvPr/>
        </p:nvSpPr>
        <p:spPr>
          <a:xfrm>
            <a:off x="4616477" y="1818704"/>
            <a:ext cx="72960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Choose wisely the computer which you install license,</a:t>
            </a:r>
          </a:p>
          <a:p>
            <a:r>
              <a:rPr lang="en-US" altLang="zh-TW" dirty="0" smtClean="0">
                <a:solidFill>
                  <a:srgbClr val="FF0000"/>
                </a:solidFill>
              </a:rPr>
              <a:t>It is more complicate to remove the license to another computer.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5103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How to use activation key?(Manual)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14729"/>
            <a:ext cx="7784995" cy="4351338"/>
          </a:xfrm>
        </p:spPr>
      </p:pic>
      <p:sp>
        <p:nvSpPr>
          <p:cNvPr id="5" name="矩形 4"/>
          <p:cNvSpPr/>
          <p:nvPr/>
        </p:nvSpPr>
        <p:spPr>
          <a:xfrm>
            <a:off x="838200" y="3218688"/>
            <a:ext cx="2700528" cy="722376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838200" y="3959352"/>
            <a:ext cx="2069592" cy="118872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/>
          <p:cNvSpPr txBox="1"/>
          <p:nvPr/>
        </p:nvSpPr>
        <p:spPr>
          <a:xfrm>
            <a:off x="3538728" y="1506022"/>
            <a:ext cx="6173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00B0F0"/>
                </a:solidFill>
              </a:rPr>
              <a:t>If the key is correct, the request data would be generate.</a:t>
            </a:r>
            <a:endParaRPr lang="zh-TW" altLang="en-US" dirty="0">
              <a:solidFill>
                <a:srgbClr val="00B0F0"/>
              </a:solidFill>
            </a:endParaRPr>
          </a:p>
        </p:txBody>
      </p:sp>
      <p:cxnSp>
        <p:nvCxnSpPr>
          <p:cNvPr id="9" name="直線單箭頭接點 8"/>
          <p:cNvCxnSpPr/>
          <p:nvPr/>
        </p:nvCxnSpPr>
        <p:spPr>
          <a:xfrm flipH="1">
            <a:off x="6876288" y="1810512"/>
            <a:ext cx="164592" cy="3200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3538728" y="2470960"/>
            <a:ext cx="23000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00B0F0"/>
                </a:solidFill>
              </a:rPr>
              <a:t>The format like this.</a:t>
            </a:r>
            <a:endParaRPr lang="zh-TW" altLang="en-US" dirty="0">
              <a:solidFill>
                <a:srgbClr val="00B0F0"/>
              </a:solidFill>
            </a:endParaRPr>
          </a:p>
        </p:txBody>
      </p:sp>
      <p:cxnSp>
        <p:nvCxnSpPr>
          <p:cNvPr id="13" name="直線單箭頭接點 12"/>
          <p:cNvCxnSpPr>
            <a:stCxn id="11" idx="1"/>
          </p:cNvCxnSpPr>
          <p:nvPr/>
        </p:nvCxnSpPr>
        <p:spPr>
          <a:xfrm flipH="1">
            <a:off x="1965960" y="2655626"/>
            <a:ext cx="1572768" cy="41675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>
            <a:stCxn id="11" idx="2"/>
          </p:cNvCxnSpPr>
          <p:nvPr/>
        </p:nvCxnSpPr>
        <p:spPr>
          <a:xfrm flipH="1">
            <a:off x="3538728" y="2840292"/>
            <a:ext cx="1150027" cy="119703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2907792" y="4279392"/>
            <a:ext cx="630936" cy="2011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9" name="圖片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2925" y="3806495"/>
            <a:ext cx="3524742" cy="1200318"/>
          </a:xfrm>
          <a:prstGeom prst="rect">
            <a:avLst/>
          </a:prstGeom>
        </p:spPr>
      </p:pic>
      <p:sp>
        <p:nvSpPr>
          <p:cNvPr id="20" name="矩形 19"/>
          <p:cNvSpPr/>
          <p:nvPr/>
        </p:nvSpPr>
        <p:spPr>
          <a:xfrm>
            <a:off x="4688754" y="4279392"/>
            <a:ext cx="2004654" cy="100584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文字方塊 20"/>
          <p:cNvSpPr txBox="1"/>
          <p:nvPr/>
        </p:nvSpPr>
        <p:spPr>
          <a:xfrm>
            <a:off x="5605272" y="4672584"/>
            <a:ext cx="2211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00B0F0"/>
                </a:solidFill>
              </a:rPr>
              <a:t>Your activation key</a:t>
            </a:r>
            <a:endParaRPr lang="zh-TW" altLang="en-US" dirty="0">
              <a:solidFill>
                <a:srgbClr val="00B0F0"/>
              </a:solidFill>
            </a:endParaRPr>
          </a:p>
        </p:txBody>
      </p:sp>
      <p:cxnSp>
        <p:nvCxnSpPr>
          <p:cNvPr id="23" name="直線單箭頭接點 22"/>
          <p:cNvCxnSpPr/>
          <p:nvPr/>
        </p:nvCxnSpPr>
        <p:spPr>
          <a:xfrm flipH="1" flipV="1">
            <a:off x="6096000" y="4406654"/>
            <a:ext cx="140208" cy="3390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向右箭號 23"/>
          <p:cNvSpPr/>
          <p:nvPr/>
        </p:nvSpPr>
        <p:spPr>
          <a:xfrm>
            <a:off x="3685032" y="4357116"/>
            <a:ext cx="548640" cy="50292"/>
          </a:xfrm>
          <a:prstGeom prst="rightArrow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0833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How to use activation key?(Manual)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22" r="30536" b="9145"/>
          <a:stretch/>
        </p:blipFill>
        <p:spPr>
          <a:xfrm>
            <a:off x="201167" y="1240409"/>
            <a:ext cx="4599433" cy="3953383"/>
          </a:xfrm>
        </p:spPr>
      </p:pic>
      <p:sp>
        <p:nvSpPr>
          <p:cNvPr id="5" name="矩形 4"/>
          <p:cNvSpPr/>
          <p:nvPr/>
        </p:nvSpPr>
        <p:spPr>
          <a:xfrm>
            <a:off x="612648" y="2304288"/>
            <a:ext cx="4187952" cy="1920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" name="直線接點 6"/>
          <p:cNvCxnSpPr/>
          <p:nvPr/>
        </p:nvCxnSpPr>
        <p:spPr>
          <a:xfrm>
            <a:off x="838200" y="2400300"/>
            <a:ext cx="1411224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2157984" y="4754880"/>
            <a:ext cx="548640" cy="16459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10" r="30027" b="56034"/>
          <a:stretch/>
        </p:blipFill>
        <p:spPr>
          <a:xfrm>
            <a:off x="5833872" y="1314409"/>
            <a:ext cx="6071616" cy="2507783"/>
          </a:xfrm>
          <a:prstGeom prst="rect">
            <a:avLst/>
          </a:prstGeom>
        </p:spPr>
      </p:pic>
      <p:cxnSp>
        <p:nvCxnSpPr>
          <p:cNvPr id="13" name="直線單箭頭接點 12"/>
          <p:cNvCxnSpPr/>
          <p:nvPr/>
        </p:nvCxnSpPr>
        <p:spPr>
          <a:xfrm>
            <a:off x="4965192" y="2496312"/>
            <a:ext cx="1353312" cy="33832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方塊 13"/>
          <p:cNvSpPr txBox="1"/>
          <p:nvPr/>
        </p:nvSpPr>
        <p:spPr>
          <a:xfrm>
            <a:off x="6702552" y="4105656"/>
            <a:ext cx="3780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00B0F0"/>
                </a:solidFill>
              </a:rPr>
              <a:t>Rename the file to request.licreqx</a:t>
            </a:r>
            <a:endParaRPr lang="zh-TW" altLang="en-US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3993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How to use activation key?(Manual)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452" y="2282825"/>
            <a:ext cx="8033239" cy="4351338"/>
          </a:xfrm>
        </p:spPr>
      </p:pic>
      <p:sp>
        <p:nvSpPr>
          <p:cNvPr id="5" name="文字方塊 4"/>
          <p:cNvSpPr txBox="1"/>
          <p:nvPr/>
        </p:nvSpPr>
        <p:spPr>
          <a:xfrm>
            <a:off x="512064" y="1874520"/>
            <a:ext cx="4682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Go to </a:t>
            </a:r>
            <a:r>
              <a:rPr lang="en-US" altLang="zh-TW" dirty="0" smtClean="0">
                <a:hlinkClick r:id="rId3"/>
              </a:rPr>
              <a:t>http://manualactivation.e.abb.com/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3227832" y="4773168"/>
            <a:ext cx="457200" cy="2743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34" t="24788"/>
          <a:stretch/>
        </p:blipFill>
        <p:spPr>
          <a:xfrm>
            <a:off x="5194756" y="2750434"/>
            <a:ext cx="5328268" cy="2728081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5194756" y="2953512"/>
            <a:ext cx="4159556" cy="17373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9098280" y="5212080"/>
            <a:ext cx="630936" cy="17373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1" name="直線單箭頭接點 10"/>
          <p:cNvCxnSpPr/>
          <p:nvPr/>
        </p:nvCxnSpPr>
        <p:spPr>
          <a:xfrm flipV="1">
            <a:off x="3685032" y="3127248"/>
            <a:ext cx="1417320" cy="158191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/>
          <p:cNvSpPr txBox="1"/>
          <p:nvPr/>
        </p:nvSpPr>
        <p:spPr>
          <a:xfrm>
            <a:off x="2432304" y="5212080"/>
            <a:ext cx="2289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00B0F0"/>
                </a:solidFill>
              </a:rPr>
              <a:t>Upload request file.</a:t>
            </a:r>
            <a:endParaRPr lang="zh-TW" altLang="en-US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34744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How to use activation key?(Manual)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39" r="41653"/>
          <a:stretch/>
        </p:blipFill>
        <p:spPr>
          <a:xfrm>
            <a:off x="0" y="1405001"/>
            <a:ext cx="3840481" cy="4351338"/>
          </a:xfrm>
        </p:spPr>
      </p:pic>
      <p:sp>
        <p:nvSpPr>
          <p:cNvPr id="5" name="矩形 4"/>
          <p:cNvSpPr/>
          <p:nvPr/>
        </p:nvSpPr>
        <p:spPr>
          <a:xfrm>
            <a:off x="118873" y="4343400"/>
            <a:ext cx="411480" cy="24688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5637" y="3757530"/>
            <a:ext cx="3115110" cy="1171739"/>
          </a:xfrm>
          <a:prstGeom prst="rect">
            <a:avLst/>
          </a:prstGeom>
        </p:spPr>
      </p:pic>
      <p:cxnSp>
        <p:nvCxnSpPr>
          <p:cNvPr id="8" name="直線單箭頭接點 7"/>
          <p:cNvCxnSpPr/>
          <p:nvPr/>
        </p:nvCxnSpPr>
        <p:spPr>
          <a:xfrm flipV="1">
            <a:off x="685800" y="4059936"/>
            <a:ext cx="2139696" cy="40690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/>
          <p:cNvSpPr txBox="1"/>
          <p:nvPr/>
        </p:nvSpPr>
        <p:spPr>
          <a:xfrm>
            <a:off x="2991664" y="3396004"/>
            <a:ext cx="2808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00B0F0"/>
                </a:solidFill>
              </a:rPr>
              <a:t>You would get a .bin file.</a:t>
            </a:r>
            <a:endParaRPr lang="zh-TW" altLang="en-US" dirty="0">
              <a:solidFill>
                <a:srgbClr val="00B0F0"/>
              </a:solidFill>
            </a:endParaRPr>
          </a:p>
        </p:txBody>
      </p:sp>
      <p:pic>
        <p:nvPicPr>
          <p:cNvPr id="10" name="圖片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0318" y="1354458"/>
            <a:ext cx="4639322" cy="5410955"/>
          </a:xfrm>
          <a:prstGeom prst="rect">
            <a:avLst/>
          </a:prstGeom>
        </p:spPr>
      </p:pic>
      <p:sp>
        <p:nvSpPr>
          <p:cNvPr id="11" name="文字方塊 10"/>
          <p:cNvSpPr txBox="1"/>
          <p:nvPr/>
        </p:nvSpPr>
        <p:spPr>
          <a:xfrm>
            <a:off x="5827296" y="4818888"/>
            <a:ext cx="4651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00B0F0"/>
                </a:solidFill>
              </a:rPr>
              <a:t>Back to SLP distributor manual activation.</a:t>
            </a:r>
            <a:endParaRPr lang="zh-TW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971032" y="5756339"/>
            <a:ext cx="859536" cy="2421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4" name="圖片 13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4" t="62698" r="32102" b="4374"/>
          <a:stretch/>
        </p:blipFill>
        <p:spPr>
          <a:xfrm>
            <a:off x="8802599" y="5277300"/>
            <a:ext cx="2939914" cy="1399032"/>
          </a:xfrm>
          <a:prstGeom prst="rect">
            <a:avLst/>
          </a:prstGeom>
        </p:spPr>
      </p:pic>
      <p:sp>
        <p:nvSpPr>
          <p:cNvPr id="15" name="文字方塊 14"/>
          <p:cNvSpPr txBox="1"/>
          <p:nvPr/>
        </p:nvSpPr>
        <p:spPr>
          <a:xfrm>
            <a:off x="6160008" y="6440621"/>
            <a:ext cx="1816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00B0F0"/>
                </a:solidFill>
              </a:rPr>
              <a:t>Upload .bin file</a:t>
            </a:r>
            <a:endParaRPr lang="zh-TW" altLang="en-US" dirty="0">
              <a:solidFill>
                <a:srgbClr val="00B0F0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8802599" y="6355080"/>
            <a:ext cx="679729" cy="27020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8" name="直線單箭頭接點 17"/>
          <p:cNvCxnSpPr/>
          <p:nvPr/>
        </p:nvCxnSpPr>
        <p:spPr>
          <a:xfrm>
            <a:off x="7976467" y="5877401"/>
            <a:ext cx="746909" cy="19421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96880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How to use activation key?(Manual)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884" y="1690688"/>
            <a:ext cx="8954791" cy="4351338"/>
          </a:xfrm>
        </p:spPr>
      </p:pic>
      <p:sp>
        <p:nvSpPr>
          <p:cNvPr id="5" name="矩形 4"/>
          <p:cNvSpPr/>
          <p:nvPr/>
        </p:nvSpPr>
        <p:spPr>
          <a:xfrm>
            <a:off x="7205472" y="1690688"/>
            <a:ext cx="2112264" cy="311848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5027" y="2435572"/>
            <a:ext cx="6006106" cy="1842859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5027" y="4582035"/>
            <a:ext cx="5926436" cy="1893027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6096000" y="3666744"/>
            <a:ext cx="377952" cy="19961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接點 11"/>
          <p:cNvCxnSpPr/>
          <p:nvPr/>
        </p:nvCxnSpPr>
        <p:spPr>
          <a:xfrm>
            <a:off x="6949440" y="5632704"/>
            <a:ext cx="1179576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4751831" y="2099104"/>
            <a:ext cx="7360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00B0F0"/>
                </a:solidFill>
              </a:rPr>
              <a:t>If dashboard can see the product means license is in this computer.</a:t>
            </a:r>
            <a:endParaRPr lang="zh-TW" altLang="en-US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45639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How to share network license?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402907"/>
            <a:ext cx="10515600" cy="3861750"/>
          </a:xfrm>
        </p:spPr>
      </p:pic>
      <p:sp>
        <p:nvSpPr>
          <p:cNvPr id="5" name="矩形 4"/>
          <p:cNvSpPr/>
          <p:nvPr/>
        </p:nvSpPr>
        <p:spPr>
          <a:xfrm>
            <a:off x="173736" y="4608576"/>
            <a:ext cx="664464" cy="2743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0288" y="2886366"/>
            <a:ext cx="5382768" cy="371874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590288" y="3749040"/>
            <a:ext cx="1664208" cy="1920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838200" y="4096512"/>
            <a:ext cx="32383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</a:rPr>
              <a:t>①</a:t>
            </a:r>
            <a:endParaRPr lang="en-US" altLang="zh-TW" dirty="0" smtClean="0">
              <a:solidFill>
                <a:srgbClr val="FF0000"/>
              </a:solidFill>
            </a:endParaRPr>
          </a:p>
          <a:p>
            <a:r>
              <a:rPr lang="en-US" altLang="zh-TW" dirty="0" smtClean="0">
                <a:solidFill>
                  <a:srgbClr val="FF0000"/>
                </a:solidFill>
              </a:rPr>
              <a:t>Open </a:t>
            </a:r>
            <a:r>
              <a:rPr lang="en-US" altLang="zh-TW" dirty="0" err="1" smtClean="0">
                <a:solidFill>
                  <a:srgbClr val="FF0000"/>
                </a:solidFill>
              </a:rPr>
              <a:t>robotstudio</a:t>
            </a:r>
            <a:r>
              <a:rPr lang="en-US" altLang="zh-TW" dirty="0" smtClean="0">
                <a:solidFill>
                  <a:srgbClr val="FF0000"/>
                </a:solidFill>
              </a:rPr>
              <a:t> -&gt; option</a:t>
            </a:r>
            <a:endParaRPr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10" name="直線單箭頭接點 9"/>
          <p:cNvCxnSpPr/>
          <p:nvPr/>
        </p:nvCxnSpPr>
        <p:spPr>
          <a:xfrm flipV="1">
            <a:off x="3026664" y="3845052"/>
            <a:ext cx="1563624" cy="4526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/>
          <p:cNvSpPr txBox="1"/>
          <p:nvPr/>
        </p:nvSpPr>
        <p:spPr>
          <a:xfrm>
            <a:off x="4382539" y="333378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</a:rPr>
              <a:t>②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6416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How to share network license?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13561"/>
            <a:ext cx="6298435" cy="4351338"/>
          </a:xfrm>
        </p:spPr>
      </p:pic>
      <p:sp>
        <p:nvSpPr>
          <p:cNvPr id="6" name="矩形 5"/>
          <p:cNvSpPr/>
          <p:nvPr/>
        </p:nvSpPr>
        <p:spPr>
          <a:xfrm>
            <a:off x="2523744" y="2679192"/>
            <a:ext cx="1417320" cy="23774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8435" y="1313561"/>
            <a:ext cx="5106113" cy="3610479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6757416" y="3328416"/>
            <a:ext cx="3182112" cy="30175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10543032" y="4544568"/>
            <a:ext cx="740664" cy="3200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文字方塊 2"/>
          <p:cNvSpPr txBox="1"/>
          <p:nvPr/>
        </p:nvSpPr>
        <p:spPr>
          <a:xfrm>
            <a:off x="2181398" y="242873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</a:rPr>
              <a:t>③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6464808" y="291693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</a:rPr>
              <a:t>④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10335283" y="411580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</a:rPr>
              <a:t>⑤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6455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How to share network license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90688"/>
            <a:ext cx="5106113" cy="3610479"/>
          </a:xfrm>
        </p:spPr>
      </p:pic>
      <p:sp>
        <p:nvSpPr>
          <p:cNvPr id="5" name="矩形 4"/>
          <p:cNvSpPr/>
          <p:nvPr/>
        </p:nvSpPr>
        <p:spPr>
          <a:xfrm>
            <a:off x="1600200" y="2907792"/>
            <a:ext cx="1554480" cy="2834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4251960" y="4992624"/>
            <a:ext cx="713232" cy="2194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01167"/>
            <a:ext cx="3353268" cy="1267002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1861615" y="6225663"/>
            <a:ext cx="676656" cy="24724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4412" y="1690688"/>
            <a:ext cx="6564244" cy="4534975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9208008" y="3099816"/>
            <a:ext cx="1124712" cy="265176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8407" y="3443322"/>
            <a:ext cx="5725393" cy="2905962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7040880" y="3958175"/>
            <a:ext cx="466344" cy="1573945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文字方塊 2"/>
          <p:cNvSpPr txBox="1"/>
          <p:nvPr/>
        </p:nvSpPr>
        <p:spPr>
          <a:xfrm>
            <a:off x="23367" y="2538460"/>
            <a:ext cx="5151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</a:rPr>
              <a:t>⑥</a:t>
            </a:r>
            <a:r>
              <a:rPr lang="en-US" altLang="zh-TW" dirty="0" smtClean="0">
                <a:solidFill>
                  <a:srgbClr val="FF0000"/>
                </a:solidFill>
              </a:rPr>
              <a:t>Enter 127.0.0.1 this is local IP connect to SLP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4158857" y="456048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</a:rPr>
              <a:t>⑦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1784445" y="586568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</a:rPr>
              <a:t>⑧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7530983" y="2169128"/>
            <a:ext cx="4048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00B0F0"/>
                </a:solidFill>
              </a:rPr>
              <a:t>You can see your license is updated.</a:t>
            </a:r>
            <a:endParaRPr lang="zh-TW" altLang="en-US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5105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How to share network license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76" y="1690688"/>
            <a:ext cx="10515600" cy="2570887"/>
          </a:xfrm>
        </p:spPr>
      </p:pic>
      <p:sp>
        <p:nvSpPr>
          <p:cNvPr id="5" name="矩形 4"/>
          <p:cNvSpPr/>
          <p:nvPr/>
        </p:nvSpPr>
        <p:spPr>
          <a:xfrm>
            <a:off x="484632" y="2807208"/>
            <a:ext cx="886968" cy="168923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493776" y="3429000"/>
            <a:ext cx="841248" cy="164592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/>
          <p:cNvSpPr txBox="1"/>
          <p:nvPr/>
        </p:nvSpPr>
        <p:spPr>
          <a:xfrm>
            <a:off x="4736592" y="2064282"/>
            <a:ext cx="5177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00B0F0"/>
                </a:solidFill>
              </a:rPr>
              <a:t>This is commuter license which is checked out.</a:t>
            </a:r>
            <a:endParaRPr lang="zh-TW" altLang="en-US" dirty="0">
              <a:solidFill>
                <a:srgbClr val="00B0F0"/>
              </a:solidFill>
            </a:endParaRPr>
          </a:p>
        </p:txBody>
      </p:sp>
      <p:cxnSp>
        <p:nvCxnSpPr>
          <p:cNvPr id="9" name="直線單箭頭接點 8"/>
          <p:cNvCxnSpPr>
            <a:stCxn id="7" idx="2"/>
          </p:cNvCxnSpPr>
          <p:nvPr/>
        </p:nvCxnSpPr>
        <p:spPr>
          <a:xfrm flipH="1">
            <a:off x="6583680" y="2433614"/>
            <a:ext cx="741698" cy="4580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1609344" y="3326630"/>
            <a:ext cx="1409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00B0F0"/>
                </a:solidFill>
              </a:rPr>
              <a:t>Server host</a:t>
            </a:r>
            <a:endParaRPr lang="zh-TW" altLang="en-US" dirty="0">
              <a:solidFill>
                <a:srgbClr val="00B0F0"/>
              </a:solidFill>
            </a:endParaRPr>
          </a:p>
        </p:txBody>
      </p:sp>
      <p:cxnSp>
        <p:nvCxnSpPr>
          <p:cNvPr id="13" name="直線單箭頭接點 12"/>
          <p:cNvCxnSpPr/>
          <p:nvPr/>
        </p:nvCxnSpPr>
        <p:spPr>
          <a:xfrm flipH="1">
            <a:off x="1371600" y="3511296"/>
            <a:ext cx="2377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7865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訂 1">
      <a:majorFont>
        <a:latin typeface="微軟正黑體"/>
        <a:ea typeface="微軟正黑體"/>
        <a:cs typeface=""/>
      </a:majorFont>
      <a:minorFont>
        <a:latin typeface="微軟正黑體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1328</TotalTime>
  <Words>347</Words>
  <Application>Microsoft Office PowerPoint</Application>
  <PresentationFormat>寬螢幕</PresentationFormat>
  <Paragraphs>57</Paragraphs>
  <Slides>15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0" baseType="lpstr">
      <vt:lpstr>微軟正黑體</vt:lpstr>
      <vt:lpstr>新細明體</vt:lpstr>
      <vt:lpstr>Arial</vt:lpstr>
      <vt:lpstr>Calibri</vt:lpstr>
      <vt:lpstr>Office 佈景主題</vt:lpstr>
      <vt:lpstr>RS manual</vt:lpstr>
      <vt:lpstr>Table of contents</vt:lpstr>
      <vt:lpstr>How to use activation key?</vt:lpstr>
      <vt:lpstr>How to use activation key?</vt:lpstr>
      <vt:lpstr>How to use activation key?(Auto)</vt:lpstr>
      <vt:lpstr>How to use activation key?(Manual)</vt:lpstr>
      <vt:lpstr>How to use activation key?(Manual)</vt:lpstr>
      <vt:lpstr>How to use activation key?(Manual)</vt:lpstr>
      <vt:lpstr>How to use activation key?(Manual)</vt:lpstr>
      <vt:lpstr>How to use activation key?(Manual)</vt:lpstr>
      <vt:lpstr>How to use activation key?(Manual)</vt:lpstr>
      <vt:lpstr>How to share network license?</vt:lpstr>
      <vt:lpstr>How to share network license?</vt:lpstr>
      <vt:lpstr>How to share network license?</vt:lpstr>
      <vt:lpstr>How to share network license?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user</cp:lastModifiedBy>
  <cp:revision>84</cp:revision>
  <dcterms:created xsi:type="dcterms:W3CDTF">2024-07-29T04:43:34Z</dcterms:created>
  <dcterms:modified xsi:type="dcterms:W3CDTF">2024-08-07T01:50:18Z</dcterms:modified>
</cp:coreProperties>
</file>